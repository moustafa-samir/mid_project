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5"/>
    <p:sldId id="257" r:id="rId6"/>
    <p:sldId id="259" r:id="rId7"/>
    <p:sldId id="258" r:id="rId8"/>
    <p:sldId id="260" r:id="rId9"/>
    <p:sldId id="261" r:id="rId10"/>
    <p:sldId id="262" r:id="rId11"/>
    <p:sldId id="272" r:id="rId12"/>
    <p:sldId id="263" r:id="rId13"/>
    <p:sldId id="264" r:id="rId14"/>
    <p:sldId id="265" r:id="rId15"/>
    <p:sldId id="266" r:id="rId16"/>
    <p:sldId id="267" r:id="rId17"/>
    <p:sldId id="268" r:id="rId18"/>
    <p:sldId id="269" r:id="rId19"/>
    <p:sldId id="270"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6" d="100"/>
          <a:sy n="76" d="100"/>
        </p:scale>
        <p:origin x="85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C77633-DE95-4FE1-9C99-413FF451BB60}"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EADA157-015B-4C93-86AF-22689542BA25}">
      <dgm:prSet/>
      <dgm:spPr/>
      <dgm:t>
        <a:bodyPr/>
        <a:lstStyle/>
        <a:p>
          <a:r>
            <a:rPr lang="en-US" dirty="0"/>
            <a:t>This dataset designed to understand the factors that lead a person to leave current job for HR researches too. By model(s) that uses the current credentials, demographics, experience data you will predict the probability of a candidate to look for a new job or will work for the company, as well as interpreting affected factors on employee decision.</a:t>
          </a:r>
        </a:p>
      </dgm:t>
    </dgm:pt>
    <dgm:pt modelId="{CBD7A689-503C-446E-8318-D0154C415FE3}" type="parTrans" cxnId="{47390D60-D00A-41FD-90BA-6D80737B672B}">
      <dgm:prSet/>
      <dgm:spPr/>
      <dgm:t>
        <a:bodyPr/>
        <a:lstStyle/>
        <a:p>
          <a:endParaRPr lang="en-US"/>
        </a:p>
      </dgm:t>
    </dgm:pt>
    <dgm:pt modelId="{D4DB608B-592F-4CB4-8920-8131AB4F4FD5}" type="sibTrans" cxnId="{47390D60-D00A-41FD-90BA-6D80737B672B}">
      <dgm:prSet/>
      <dgm:spPr/>
      <dgm:t>
        <a:bodyPr/>
        <a:lstStyle/>
        <a:p>
          <a:endParaRPr lang="en-US"/>
        </a:p>
      </dgm:t>
    </dgm:pt>
    <dgm:pt modelId="{47B785AF-9D2E-4B87-BDD3-5653A639D84A}">
      <dgm:prSet/>
      <dgm:spPr/>
      <dgm:t>
        <a:bodyPr/>
        <a:lstStyle/>
        <a:p>
          <a:r>
            <a:rPr lang="en-US"/>
            <a:t>Dataset is split in three files 1&gt;&gt; train, 2&gt;&gt; test without result &amp; 3&gt;&gt; result only for the test data</a:t>
          </a:r>
        </a:p>
      </dgm:t>
    </dgm:pt>
    <dgm:pt modelId="{5935B060-B13E-489A-896C-1786A6B643EC}" type="parTrans" cxnId="{ABC001FA-3972-4AA2-9FBD-B65F5F38EA14}">
      <dgm:prSet/>
      <dgm:spPr/>
      <dgm:t>
        <a:bodyPr/>
        <a:lstStyle/>
        <a:p>
          <a:endParaRPr lang="en-US"/>
        </a:p>
      </dgm:t>
    </dgm:pt>
    <dgm:pt modelId="{197D65FF-6136-4451-851F-979E25545D95}" type="sibTrans" cxnId="{ABC001FA-3972-4AA2-9FBD-B65F5F38EA14}">
      <dgm:prSet/>
      <dgm:spPr/>
      <dgm:t>
        <a:bodyPr/>
        <a:lstStyle/>
        <a:p>
          <a:endParaRPr lang="en-US"/>
        </a:p>
      </dgm:t>
    </dgm:pt>
    <dgm:pt modelId="{0A2E106C-C357-4C08-A1D4-011087602F35}">
      <dgm:prSet/>
      <dgm:spPr/>
      <dgm:t>
        <a:bodyPr/>
        <a:lstStyle/>
        <a:p>
          <a:r>
            <a:rPr lang="en-US" dirty="0"/>
            <a:t>Dataset contains 21,287 rows &amp; 14 columns before cleaning</a:t>
          </a:r>
        </a:p>
      </dgm:t>
    </dgm:pt>
    <dgm:pt modelId="{5B366F10-CA66-43F3-886D-A8404C7F6B81}" type="parTrans" cxnId="{D23F4B7B-E65F-4502-AB20-0C3B1C1D9A4F}">
      <dgm:prSet/>
      <dgm:spPr/>
      <dgm:t>
        <a:bodyPr/>
        <a:lstStyle/>
        <a:p>
          <a:endParaRPr lang="en-US"/>
        </a:p>
      </dgm:t>
    </dgm:pt>
    <dgm:pt modelId="{0737DFB3-544C-4A37-9C4F-3660048758BB}" type="sibTrans" cxnId="{D23F4B7B-E65F-4502-AB20-0C3B1C1D9A4F}">
      <dgm:prSet/>
      <dgm:spPr/>
      <dgm:t>
        <a:bodyPr/>
        <a:lstStyle/>
        <a:p>
          <a:endParaRPr lang="en-US"/>
        </a:p>
      </dgm:t>
    </dgm:pt>
    <dgm:pt modelId="{F8C68580-067D-4D5B-8DFC-85604DA53E9C}" type="pres">
      <dgm:prSet presAssocID="{30C77633-DE95-4FE1-9C99-413FF451BB60}" presName="linear" presStyleCnt="0">
        <dgm:presLayoutVars>
          <dgm:animLvl val="lvl"/>
          <dgm:resizeHandles val="exact"/>
        </dgm:presLayoutVars>
      </dgm:prSet>
      <dgm:spPr/>
    </dgm:pt>
    <dgm:pt modelId="{4ABE9DDA-25FE-4703-8EA6-5DA65D729F80}" type="pres">
      <dgm:prSet presAssocID="{EEADA157-015B-4C93-86AF-22689542BA25}" presName="parentText" presStyleLbl="node1" presStyleIdx="0" presStyleCnt="1">
        <dgm:presLayoutVars>
          <dgm:chMax val="0"/>
          <dgm:bulletEnabled val="1"/>
        </dgm:presLayoutVars>
      </dgm:prSet>
      <dgm:spPr/>
    </dgm:pt>
    <dgm:pt modelId="{D4B73122-D6DE-4670-A6C8-0CC7BE3A6FBE}" type="pres">
      <dgm:prSet presAssocID="{EEADA157-015B-4C93-86AF-22689542BA25}" presName="childText" presStyleLbl="revTx" presStyleIdx="0" presStyleCnt="1">
        <dgm:presLayoutVars>
          <dgm:bulletEnabled val="1"/>
        </dgm:presLayoutVars>
      </dgm:prSet>
      <dgm:spPr/>
    </dgm:pt>
  </dgm:ptLst>
  <dgm:cxnLst>
    <dgm:cxn modelId="{28899914-3447-48A2-82B3-25DFC816E889}" type="presOf" srcId="{0A2E106C-C357-4C08-A1D4-011087602F35}" destId="{D4B73122-D6DE-4670-A6C8-0CC7BE3A6FBE}" srcOrd="0" destOrd="1" presId="urn:microsoft.com/office/officeart/2005/8/layout/vList2"/>
    <dgm:cxn modelId="{47390D60-D00A-41FD-90BA-6D80737B672B}" srcId="{30C77633-DE95-4FE1-9C99-413FF451BB60}" destId="{EEADA157-015B-4C93-86AF-22689542BA25}" srcOrd="0" destOrd="0" parTransId="{CBD7A689-503C-446E-8318-D0154C415FE3}" sibTransId="{D4DB608B-592F-4CB4-8920-8131AB4F4FD5}"/>
    <dgm:cxn modelId="{D23F4B7B-E65F-4502-AB20-0C3B1C1D9A4F}" srcId="{EEADA157-015B-4C93-86AF-22689542BA25}" destId="{0A2E106C-C357-4C08-A1D4-011087602F35}" srcOrd="1" destOrd="0" parTransId="{5B366F10-CA66-43F3-886D-A8404C7F6B81}" sibTransId="{0737DFB3-544C-4A37-9C4F-3660048758BB}"/>
    <dgm:cxn modelId="{1BDDEDAC-C96E-4E55-8678-23993BFFBA02}" type="presOf" srcId="{47B785AF-9D2E-4B87-BDD3-5653A639D84A}" destId="{D4B73122-D6DE-4670-A6C8-0CC7BE3A6FBE}" srcOrd="0" destOrd="0" presId="urn:microsoft.com/office/officeart/2005/8/layout/vList2"/>
    <dgm:cxn modelId="{7A66A0D8-FD5A-4152-A539-1D3474EFEDA4}" type="presOf" srcId="{EEADA157-015B-4C93-86AF-22689542BA25}" destId="{4ABE9DDA-25FE-4703-8EA6-5DA65D729F80}" srcOrd="0" destOrd="0" presId="urn:microsoft.com/office/officeart/2005/8/layout/vList2"/>
    <dgm:cxn modelId="{FE6540E9-2BD1-497F-8C5E-5AF6B973C701}" type="presOf" srcId="{30C77633-DE95-4FE1-9C99-413FF451BB60}" destId="{F8C68580-067D-4D5B-8DFC-85604DA53E9C}" srcOrd="0" destOrd="0" presId="urn:microsoft.com/office/officeart/2005/8/layout/vList2"/>
    <dgm:cxn modelId="{ABC001FA-3972-4AA2-9FBD-B65F5F38EA14}" srcId="{EEADA157-015B-4C93-86AF-22689542BA25}" destId="{47B785AF-9D2E-4B87-BDD3-5653A639D84A}" srcOrd="0" destOrd="0" parTransId="{5935B060-B13E-489A-896C-1786A6B643EC}" sibTransId="{197D65FF-6136-4451-851F-979E25545D95}"/>
    <dgm:cxn modelId="{C9266DE8-708A-4E33-95E1-96880A8ACB0D}" type="presParOf" srcId="{F8C68580-067D-4D5B-8DFC-85604DA53E9C}" destId="{4ABE9DDA-25FE-4703-8EA6-5DA65D729F80}" srcOrd="0" destOrd="0" presId="urn:microsoft.com/office/officeart/2005/8/layout/vList2"/>
    <dgm:cxn modelId="{D0458B37-F7EA-40FD-A3F2-465334BCB668}" type="presParOf" srcId="{F8C68580-067D-4D5B-8DFC-85604DA53E9C}" destId="{D4B73122-D6DE-4670-A6C8-0CC7BE3A6FB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7384EC-BA8A-4F3D-A064-D5473A3FBF87}"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1BBA4E38-4FCD-4A6C-AFF3-FC04AF81D6FF}">
      <dgm:prSet/>
      <dgm:spPr/>
      <dgm:t>
        <a:bodyPr/>
        <a:lstStyle/>
        <a:p>
          <a:r>
            <a:rPr lang="en-US"/>
            <a:t>enrollee_id : Unique ID for candidate.</a:t>
          </a:r>
        </a:p>
      </dgm:t>
    </dgm:pt>
    <dgm:pt modelId="{889F6EAC-FB43-4C87-8FCD-4BA0F2D065FE}" type="parTrans" cxnId="{3041C37B-E4E2-4E7C-B20D-01BF427E8A8F}">
      <dgm:prSet/>
      <dgm:spPr/>
      <dgm:t>
        <a:bodyPr/>
        <a:lstStyle/>
        <a:p>
          <a:endParaRPr lang="en-US"/>
        </a:p>
      </dgm:t>
    </dgm:pt>
    <dgm:pt modelId="{2441EAD8-97A7-47C9-8D1C-D55BAD65CD43}" type="sibTrans" cxnId="{3041C37B-E4E2-4E7C-B20D-01BF427E8A8F}">
      <dgm:prSet/>
      <dgm:spPr/>
      <dgm:t>
        <a:bodyPr/>
        <a:lstStyle/>
        <a:p>
          <a:endParaRPr lang="en-US"/>
        </a:p>
      </dgm:t>
    </dgm:pt>
    <dgm:pt modelId="{02219591-BD72-48E2-A386-C800AF69C0E2}">
      <dgm:prSet/>
      <dgm:spPr/>
      <dgm:t>
        <a:bodyPr/>
        <a:lstStyle/>
        <a:p>
          <a:r>
            <a:rPr lang="en-US"/>
            <a:t>city: City code.</a:t>
          </a:r>
        </a:p>
      </dgm:t>
    </dgm:pt>
    <dgm:pt modelId="{C8D03F1D-1C2A-413B-8F33-02509CE312D8}" type="parTrans" cxnId="{AA95D968-53F5-4BE4-9B27-C8FC7C6027B1}">
      <dgm:prSet/>
      <dgm:spPr/>
      <dgm:t>
        <a:bodyPr/>
        <a:lstStyle/>
        <a:p>
          <a:endParaRPr lang="en-US"/>
        </a:p>
      </dgm:t>
    </dgm:pt>
    <dgm:pt modelId="{59FA88C6-C78A-4125-BB33-1A53F88F3BB1}" type="sibTrans" cxnId="{AA95D968-53F5-4BE4-9B27-C8FC7C6027B1}">
      <dgm:prSet/>
      <dgm:spPr/>
      <dgm:t>
        <a:bodyPr/>
        <a:lstStyle/>
        <a:p>
          <a:endParaRPr lang="en-US"/>
        </a:p>
      </dgm:t>
    </dgm:pt>
    <dgm:pt modelId="{DEDE1DEB-C1F7-41BE-B677-E279FBDF2B33}">
      <dgm:prSet/>
      <dgm:spPr/>
      <dgm:t>
        <a:bodyPr/>
        <a:lstStyle/>
        <a:p>
          <a:r>
            <a:rPr lang="en-US"/>
            <a:t>city_ development _index : Developement index of the city (scaled).</a:t>
          </a:r>
        </a:p>
      </dgm:t>
    </dgm:pt>
    <dgm:pt modelId="{FE7CE146-A63E-4248-BA56-E6426DF78838}" type="parTrans" cxnId="{53AFE174-125A-4F99-A999-A3F18193C309}">
      <dgm:prSet/>
      <dgm:spPr/>
      <dgm:t>
        <a:bodyPr/>
        <a:lstStyle/>
        <a:p>
          <a:endParaRPr lang="en-US"/>
        </a:p>
      </dgm:t>
    </dgm:pt>
    <dgm:pt modelId="{7DC946AD-4FA6-4040-B978-B25CB99E77EE}" type="sibTrans" cxnId="{53AFE174-125A-4F99-A999-A3F18193C309}">
      <dgm:prSet/>
      <dgm:spPr/>
      <dgm:t>
        <a:bodyPr/>
        <a:lstStyle/>
        <a:p>
          <a:endParaRPr lang="en-US"/>
        </a:p>
      </dgm:t>
    </dgm:pt>
    <dgm:pt modelId="{7B9815D4-7889-43C8-8BF7-1642D31B87DC}">
      <dgm:prSet/>
      <dgm:spPr/>
      <dgm:t>
        <a:bodyPr/>
        <a:lstStyle/>
        <a:p>
          <a:r>
            <a:rPr lang="en-US"/>
            <a:t>gender: Gender of candidate</a:t>
          </a:r>
        </a:p>
      </dgm:t>
    </dgm:pt>
    <dgm:pt modelId="{D84B3E8A-2D94-4C4D-BBF0-D5B8ECC7EFF8}" type="parTrans" cxnId="{004FD789-3BD0-4B3C-9000-3E2B3C12834D}">
      <dgm:prSet/>
      <dgm:spPr/>
      <dgm:t>
        <a:bodyPr/>
        <a:lstStyle/>
        <a:p>
          <a:endParaRPr lang="en-US"/>
        </a:p>
      </dgm:t>
    </dgm:pt>
    <dgm:pt modelId="{F08FCADF-CFCE-429D-8DBC-EC0E52C9869C}" type="sibTrans" cxnId="{004FD789-3BD0-4B3C-9000-3E2B3C12834D}">
      <dgm:prSet/>
      <dgm:spPr/>
      <dgm:t>
        <a:bodyPr/>
        <a:lstStyle/>
        <a:p>
          <a:endParaRPr lang="en-US"/>
        </a:p>
      </dgm:t>
    </dgm:pt>
    <dgm:pt modelId="{8F427AFA-0196-4F9E-B5C7-ACBE72336CE4}">
      <dgm:prSet/>
      <dgm:spPr/>
      <dgm:t>
        <a:bodyPr/>
        <a:lstStyle/>
        <a:p>
          <a:r>
            <a:rPr lang="en-US"/>
            <a:t>relevent_experience: Relevant experience of candidate</a:t>
          </a:r>
        </a:p>
      </dgm:t>
    </dgm:pt>
    <dgm:pt modelId="{E5C0B6E7-4928-4588-8D85-58A6CB0DD223}" type="parTrans" cxnId="{915D2E14-660A-4A36-A73E-29AB431250CB}">
      <dgm:prSet/>
      <dgm:spPr/>
      <dgm:t>
        <a:bodyPr/>
        <a:lstStyle/>
        <a:p>
          <a:endParaRPr lang="en-US"/>
        </a:p>
      </dgm:t>
    </dgm:pt>
    <dgm:pt modelId="{DB74410E-B6F4-42D5-8DA0-B70773C41902}" type="sibTrans" cxnId="{915D2E14-660A-4A36-A73E-29AB431250CB}">
      <dgm:prSet/>
      <dgm:spPr/>
      <dgm:t>
        <a:bodyPr/>
        <a:lstStyle/>
        <a:p>
          <a:endParaRPr lang="en-US"/>
        </a:p>
      </dgm:t>
    </dgm:pt>
    <dgm:pt modelId="{FEC073EC-FADB-4A10-892A-250090C7A6C3}">
      <dgm:prSet/>
      <dgm:spPr/>
      <dgm:t>
        <a:bodyPr/>
        <a:lstStyle/>
        <a:p>
          <a:r>
            <a:rPr lang="en-US"/>
            <a:t>enrolled_university: Type of University course enrolled if any</a:t>
          </a:r>
        </a:p>
      </dgm:t>
    </dgm:pt>
    <dgm:pt modelId="{E438695D-6D4B-46FD-95EB-A10BFE6228BB}" type="parTrans" cxnId="{E832C498-8145-4191-A894-5FFEECD390CA}">
      <dgm:prSet/>
      <dgm:spPr/>
      <dgm:t>
        <a:bodyPr/>
        <a:lstStyle/>
        <a:p>
          <a:endParaRPr lang="en-US"/>
        </a:p>
      </dgm:t>
    </dgm:pt>
    <dgm:pt modelId="{7861855C-102B-4281-9332-D3B8BDB9D02D}" type="sibTrans" cxnId="{E832C498-8145-4191-A894-5FFEECD390CA}">
      <dgm:prSet/>
      <dgm:spPr/>
      <dgm:t>
        <a:bodyPr/>
        <a:lstStyle/>
        <a:p>
          <a:endParaRPr lang="en-US"/>
        </a:p>
      </dgm:t>
    </dgm:pt>
    <dgm:pt modelId="{7507AF4D-CB0B-41BF-BCF6-79E42F2DF6C0}">
      <dgm:prSet/>
      <dgm:spPr/>
      <dgm:t>
        <a:bodyPr/>
        <a:lstStyle/>
        <a:p>
          <a:r>
            <a:rPr lang="en-US"/>
            <a:t>education_level: Education level of candidate</a:t>
          </a:r>
        </a:p>
      </dgm:t>
    </dgm:pt>
    <dgm:pt modelId="{EB71729C-4274-4B7C-B753-3660E6D74C45}" type="parTrans" cxnId="{E0DAF66F-8335-4AA6-ABD7-667F7A49C27B}">
      <dgm:prSet/>
      <dgm:spPr/>
      <dgm:t>
        <a:bodyPr/>
        <a:lstStyle/>
        <a:p>
          <a:endParaRPr lang="en-US"/>
        </a:p>
      </dgm:t>
    </dgm:pt>
    <dgm:pt modelId="{6C2A9A8F-21E4-4401-B469-505E0453ED63}" type="sibTrans" cxnId="{E0DAF66F-8335-4AA6-ABD7-667F7A49C27B}">
      <dgm:prSet/>
      <dgm:spPr/>
      <dgm:t>
        <a:bodyPr/>
        <a:lstStyle/>
        <a:p>
          <a:endParaRPr lang="en-US"/>
        </a:p>
      </dgm:t>
    </dgm:pt>
    <dgm:pt modelId="{C8880518-895E-4A4B-9BA5-5BAA97E980B0}">
      <dgm:prSet/>
      <dgm:spPr/>
      <dgm:t>
        <a:bodyPr/>
        <a:lstStyle/>
        <a:p>
          <a:r>
            <a:rPr lang="en-US" dirty="0" err="1"/>
            <a:t>major_discipline</a:t>
          </a:r>
          <a:r>
            <a:rPr lang="en-US" dirty="0"/>
            <a:t> :Education major discipline of candidate</a:t>
          </a:r>
        </a:p>
      </dgm:t>
    </dgm:pt>
    <dgm:pt modelId="{65079716-D42F-4E05-954A-5911EB8AD933}" type="parTrans" cxnId="{5ABEFC2C-351C-4368-9F6A-CEE80D8312BB}">
      <dgm:prSet/>
      <dgm:spPr/>
      <dgm:t>
        <a:bodyPr/>
        <a:lstStyle/>
        <a:p>
          <a:endParaRPr lang="en-US"/>
        </a:p>
      </dgm:t>
    </dgm:pt>
    <dgm:pt modelId="{C4F1DC79-A165-4ADC-9B0F-7CE1D46F354A}" type="sibTrans" cxnId="{5ABEFC2C-351C-4368-9F6A-CEE80D8312BB}">
      <dgm:prSet/>
      <dgm:spPr/>
      <dgm:t>
        <a:bodyPr/>
        <a:lstStyle/>
        <a:p>
          <a:endParaRPr lang="en-US"/>
        </a:p>
      </dgm:t>
    </dgm:pt>
    <dgm:pt modelId="{D99EB6F7-0EE3-4B28-8E6E-36FA0D58EDDF}">
      <dgm:prSet/>
      <dgm:spPr/>
      <dgm:t>
        <a:bodyPr/>
        <a:lstStyle/>
        <a:p>
          <a:r>
            <a:rPr lang="en-US"/>
            <a:t>experience: Candidate total experience in years</a:t>
          </a:r>
        </a:p>
      </dgm:t>
    </dgm:pt>
    <dgm:pt modelId="{592B262B-2599-4896-8B9D-64FE6522AB16}" type="parTrans" cxnId="{54DEDF81-2440-4085-A4DA-A9E72075882E}">
      <dgm:prSet/>
      <dgm:spPr/>
      <dgm:t>
        <a:bodyPr/>
        <a:lstStyle/>
        <a:p>
          <a:endParaRPr lang="en-US"/>
        </a:p>
      </dgm:t>
    </dgm:pt>
    <dgm:pt modelId="{101C5281-2F11-4D45-8AB9-2D9C55373DF1}" type="sibTrans" cxnId="{54DEDF81-2440-4085-A4DA-A9E72075882E}">
      <dgm:prSet/>
      <dgm:spPr/>
      <dgm:t>
        <a:bodyPr/>
        <a:lstStyle/>
        <a:p>
          <a:endParaRPr lang="en-US"/>
        </a:p>
      </dgm:t>
    </dgm:pt>
    <dgm:pt modelId="{830AD29B-2A4B-4560-8090-A26E3D83F290}">
      <dgm:prSet/>
      <dgm:spPr/>
      <dgm:t>
        <a:bodyPr/>
        <a:lstStyle/>
        <a:p>
          <a:r>
            <a:rPr lang="en-US"/>
            <a:t>company_size: No of employees in current employer's company</a:t>
          </a:r>
        </a:p>
      </dgm:t>
    </dgm:pt>
    <dgm:pt modelId="{55DADD3D-B667-41E0-934A-7DE7C92ACC06}" type="parTrans" cxnId="{0CDCDD9D-EA61-4630-9A77-1E07FD147E3B}">
      <dgm:prSet/>
      <dgm:spPr/>
      <dgm:t>
        <a:bodyPr/>
        <a:lstStyle/>
        <a:p>
          <a:endParaRPr lang="en-US"/>
        </a:p>
      </dgm:t>
    </dgm:pt>
    <dgm:pt modelId="{CF23094C-D9F0-4171-BBB7-843619146B34}" type="sibTrans" cxnId="{0CDCDD9D-EA61-4630-9A77-1E07FD147E3B}">
      <dgm:prSet/>
      <dgm:spPr/>
      <dgm:t>
        <a:bodyPr/>
        <a:lstStyle/>
        <a:p>
          <a:endParaRPr lang="en-US"/>
        </a:p>
      </dgm:t>
    </dgm:pt>
    <dgm:pt modelId="{DAB72481-1EF6-43FC-815B-0888A3B1250D}">
      <dgm:prSet/>
      <dgm:spPr/>
      <dgm:t>
        <a:bodyPr/>
        <a:lstStyle/>
        <a:p>
          <a:r>
            <a:rPr lang="en-US"/>
            <a:t>company_type : Type of current employer</a:t>
          </a:r>
        </a:p>
      </dgm:t>
    </dgm:pt>
    <dgm:pt modelId="{C7BD4D70-CB3F-493E-A65E-8DDABB35E05E}" type="parTrans" cxnId="{6D41B548-92DE-4B87-B32E-CA36C5D94105}">
      <dgm:prSet/>
      <dgm:spPr/>
      <dgm:t>
        <a:bodyPr/>
        <a:lstStyle/>
        <a:p>
          <a:endParaRPr lang="en-US"/>
        </a:p>
      </dgm:t>
    </dgm:pt>
    <dgm:pt modelId="{F4F161FF-2EE4-4117-93CF-3C8A3C985636}" type="sibTrans" cxnId="{6D41B548-92DE-4B87-B32E-CA36C5D94105}">
      <dgm:prSet/>
      <dgm:spPr/>
      <dgm:t>
        <a:bodyPr/>
        <a:lstStyle/>
        <a:p>
          <a:endParaRPr lang="en-US"/>
        </a:p>
      </dgm:t>
    </dgm:pt>
    <dgm:pt modelId="{F95AEC29-7933-4C96-BA7D-344C4A51F57E}">
      <dgm:prSet/>
      <dgm:spPr/>
      <dgm:t>
        <a:bodyPr/>
        <a:lstStyle/>
        <a:p>
          <a:r>
            <a:rPr lang="en-US"/>
            <a:t>last_new_job: Difference in years between previous job and current job</a:t>
          </a:r>
        </a:p>
      </dgm:t>
    </dgm:pt>
    <dgm:pt modelId="{B2A98FCE-88A7-4F57-BA9B-947FD8FAFED5}" type="parTrans" cxnId="{E7319A01-2D1F-4DE0-85C7-7CCD2DE47E8A}">
      <dgm:prSet/>
      <dgm:spPr/>
      <dgm:t>
        <a:bodyPr/>
        <a:lstStyle/>
        <a:p>
          <a:endParaRPr lang="en-US"/>
        </a:p>
      </dgm:t>
    </dgm:pt>
    <dgm:pt modelId="{06945A3C-998B-48BA-A6C0-51CF0349D5FA}" type="sibTrans" cxnId="{E7319A01-2D1F-4DE0-85C7-7CCD2DE47E8A}">
      <dgm:prSet/>
      <dgm:spPr/>
      <dgm:t>
        <a:bodyPr/>
        <a:lstStyle/>
        <a:p>
          <a:endParaRPr lang="en-US"/>
        </a:p>
      </dgm:t>
    </dgm:pt>
    <dgm:pt modelId="{DDA3ED93-F58A-4C73-A6BD-E7FFB6A9EAEE}">
      <dgm:prSet/>
      <dgm:spPr/>
      <dgm:t>
        <a:bodyPr/>
        <a:lstStyle/>
        <a:p>
          <a:r>
            <a:rPr lang="en-US"/>
            <a:t>training_hours: training hours completed</a:t>
          </a:r>
        </a:p>
      </dgm:t>
    </dgm:pt>
    <dgm:pt modelId="{D7904E9A-D4F0-4396-AB39-DFBCB875B910}" type="parTrans" cxnId="{9EF32651-EE4A-4747-80BA-C15BE05D4C46}">
      <dgm:prSet/>
      <dgm:spPr/>
      <dgm:t>
        <a:bodyPr/>
        <a:lstStyle/>
        <a:p>
          <a:endParaRPr lang="en-US"/>
        </a:p>
      </dgm:t>
    </dgm:pt>
    <dgm:pt modelId="{B969398C-24B6-4097-B69C-7F3D5455C1A1}" type="sibTrans" cxnId="{9EF32651-EE4A-4747-80BA-C15BE05D4C46}">
      <dgm:prSet/>
      <dgm:spPr/>
      <dgm:t>
        <a:bodyPr/>
        <a:lstStyle/>
        <a:p>
          <a:endParaRPr lang="en-US"/>
        </a:p>
      </dgm:t>
    </dgm:pt>
    <dgm:pt modelId="{9860E338-4694-4F4B-A9E0-E8FAC12F967A}">
      <dgm:prSet/>
      <dgm:spPr/>
      <dgm:t>
        <a:bodyPr/>
        <a:lstStyle/>
        <a:p>
          <a:r>
            <a:rPr lang="en-US"/>
            <a:t>target: 0 – Not looking for job change, 1 – Looking for a job change</a:t>
          </a:r>
        </a:p>
      </dgm:t>
    </dgm:pt>
    <dgm:pt modelId="{9537A922-BB59-412C-B285-FC998E3B8B94}" type="parTrans" cxnId="{EACBB600-C60B-431A-B052-2AC13EFC4F18}">
      <dgm:prSet/>
      <dgm:spPr/>
      <dgm:t>
        <a:bodyPr/>
        <a:lstStyle/>
        <a:p>
          <a:endParaRPr lang="en-US"/>
        </a:p>
      </dgm:t>
    </dgm:pt>
    <dgm:pt modelId="{CFB0F9E0-7AE1-4517-A241-F7D0C346025B}" type="sibTrans" cxnId="{EACBB600-C60B-431A-B052-2AC13EFC4F18}">
      <dgm:prSet/>
      <dgm:spPr/>
      <dgm:t>
        <a:bodyPr/>
        <a:lstStyle/>
        <a:p>
          <a:endParaRPr lang="en-US"/>
        </a:p>
      </dgm:t>
    </dgm:pt>
    <dgm:pt modelId="{65BA32EF-8BC0-495C-8D63-3B721F52D239}" type="pres">
      <dgm:prSet presAssocID="{107384EC-BA8A-4F3D-A064-D5473A3FBF87}" presName="vert0" presStyleCnt="0">
        <dgm:presLayoutVars>
          <dgm:dir/>
          <dgm:animOne val="branch"/>
          <dgm:animLvl val="lvl"/>
        </dgm:presLayoutVars>
      </dgm:prSet>
      <dgm:spPr/>
    </dgm:pt>
    <dgm:pt modelId="{0AB13E84-D0A2-4D19-A5E8-895F899138AC}" type="pres">
      <dgm:prSet presAssocID="{1BBA4E38-4FCD-4A6C-AFF3-FC04AF81D6FF}" presName="thickLine" presStyleLbl="alignNode1" presStyleIdx="0" presStyleCnt="14"/>
      <dgm:spPr/>
    </dgm:pt>
    <dgm:pt modelId="{50AF517E-9C46-4564-A2C5-13BCD92596C9}" type="pres">
      <dgm:prSet presAssocID="{1BBA4E38-4FCD-4A6C-AFF3-FC04AF81D6FF}" presName="horz1" presStyleCnt="0"/>
      <dgm:spPr/>
    </dgm:pt>
    <dgm:pt modelId="{E33E1701-7D30-442D-8DA1-27B3FC104CC8}" type="pres">
      <dgm:prSet presAssocID="{1BBA4E38-4FCD-4A6C-AFF3-FC04AF81D6FF}" presName="tx1" presStyleLbl="revTx" presStyleIdx="0" presStyleCnt="14"/>
      <dgm:spPr/>
    </dgm:pt>
    <dgm:pt modelId="{5E139761-2B25-4863-B0AB-89D94695A884}" type="pres">
      <dgm:prSet presAssocID="{1BBA4E38-4FCD-4A6C-AFF3-FC04AF81D6FF}" presName="vert1" presStyleCnt="0"/>
      <dgm:spPr/>
    </dgm:pt>
    <dgm:pt modelId="{ADD60D36-DEA8-459C-9FBC-EEA43DA56E06}" type="pres">
      <dgm:prSet presAssocID="{02219591-BD72-48E2-A386-C800AF69C0E2}" presName="thickLine" presStyleLbl="alignNode1" presStyleIdx="1" presStyleCnt="14"/>
      <dgm:spPr/>
    </dgm:pt>
    <dgm:pt modelId="{5CC96E43-B2F4-4D04-8A7B-31FA8B64C50F}" type="pres">
      <dgm:prSet presAssocID="{02219591-BD72-48E2-A386-C800AF69C0E2}" presName="horz1" presStyleCnt="0"/>
      <dgm:spPr/>
    </dgm:pt>
    <dgm:pt modelId="{48D1AD82-EE4D-48C4-8338-9E2475587431}" type="pres">
      <dgm:prSet presAssocID="{02219591-BD72-48E2-A386-C800AF69C0E2}" presName="tx1" presStyleLbl="revTx" presStyleIdx="1" presStyleCnt="14"/>
      <dgm:spPr/>
    </dgm:pt>
    <dgm:pt modelId="{8922D4CC-4681-42FF-8A6E-D2BE1BC10A9A}" type="pres">
      <dgm:prSet presAssocID="{02219591-BD72-48E2-A386-C800AF69C0E2}" presName="vert1" presStyleCnt="0"/>
      <dgm:spPr/>
    </dgm:pt>
    <dgm:pt modelId="{D62C7805-CD9F-4346-A2DD-D91C7C224F9E}" type="pres">
      <dgm:prSet presAssocID="{DEDE1DEB-C1F7-41BE-B677-E279FBDF2B33}" presName="thickLine" presStyleLbl="alignNode1" presStyleIdx="2" presStyleCnt="14"/>
      <dgm:spPr/>
    </dgm:pt>
    <dgm:pt modelId="{83A14EF6-9488-4F8D-BF25-439BE856A01B}" type="pres">
      <dgm:prSet presAssocID="{DEDE1DEB-C1F7-41BE-B677-E279FBDF2B33}" presName="horz1" presStyleCnt="0"/>
      <dgm:spPr/>
    </dgm:pt>
    <dgm:pt modelId="{09D20FE3-FCE0-415F-8851-153AC0FFE397}" type="pres">
      <dgm:prSet presAssocID="{DEDE1DEB-C1F7-41BE-B677-E279FBDF2B33}" presName="tx1" presStyleLbl="revTx" presStyleIdx="2" presStyleCnt="14"/>
      <dgm:spPr/>
    </dgm:pt>
    <dgm:pt modelId="{B87DB988-9918-4533-B3A8-D7BA8B48BC24}" type="pres">
      <dgm:prSet presAssocID="{DEDE1DEB-C1F7-41BE-B677-E279FBDF2B33}" presName="vert1" presStyleCnt="0"/>
      <dgm:spPr/>
    </dgm:pt>
    <dgm:pt modelId="{5ED3D7A5-C4F7-4FFA-9413-EA8A7106863E}" type="pres">
      <dgm:prSet presAssocID="{7B9815D4-7889-43C8-8BF7-1642D31B87DC}" presName="thickLine" presStyleLbl="alignNode1" presStyleIdx="3" presStyleCnt="14"/>
      <dgm:spPr/>
    </dgm:pt>
    <dgm:pt modelId="{9293E25B-348E-4947-81DC-0EAA12865A6B}" type="pres">
      <dgm:prSet presAssocID="{7B9815D4-7889-43C8-8BF7-1642D31B87DC}" presName="horz1" presStyleCnt="0"/>
      <dgm:spPr/>
    </dgm:pt>
    <dgm:pt modelId="{6128B12D-90CA-482C-A31E-443C2EAD7BA9}" type="pres">
      <dgm:prSet presAssocID="{7B9815D4-7889-43C8-8BF7-1642D31B87DC}" presName="tx1" presStyleLbl="revTx" presStyleIdx="3" presStyleCnt="14"/>
      <dgm:spPr/>
    </dgm:pt>
    <dgm:pt modelId="{1F5887D3-C925-49F3-9378-833010626B7D}" type="pres">
      <dgm:prSet presAssocID="{7B9815D4-7889-43C8-8BF7-1642D31B87DC}" presName="vert1" presStyleCnt="0"/>
      <dgm:spPr/>
    </dgm:pt>
    <dgm:pt modelId="{4887A166-4A13-4248-B491-995821FF3629}" type="pres">
      <dgm:prSet presAssocID="{8F427AFA-0196-4F9E-B5C7-ACBE72336CE4}" presName="thickLine" presStyleLbl="alignNode1" presStyleIdx="4" presStyleCnt="14"/>
      <dgm:spPr/>
    </dgm:pt>
    <dgm:pt modelId="{2E1A1F64-19FE-4D13-A34C-E5C9748120FA}" type="pres">
      <dgm:prSet presAssocID="{8F427AFA-0196-4F9E-B5C7-ACBE72336CE4}" presName="horz1" presStyleCnt="0"/>
      <dgm:spPr/>
    </dgm:pt>
    <dgm:pt modelId="{AE587B00-E82F-4609-B84C-BDA515620A1C}" type="pres">
      <dgm:prSet presAssocID="{8F427AFA-0196-4F9E-B5C7-ACBE72336CE4}" presName="tx1" presStyleLbl="revTx" presStyleIdx="4" presStyleCnt="14"/>
      <dgm:spPr/>
    </dgm:pt>
    <dgm:pt modelId="{3AADE780-D771-442A-BF3D-116097F068E1}" type="pres">
      <dgm:prSet presAssocID="{8F427AFA-0196-4F9E-B5C7-ACBE72336CE4}" presName="vert1" presStyleCnt="0"/>
      <dgm:spPr/>
    </dgm:pt>
    <dgm:pt modelId="{061A9FB3-3608-4F15-96F8-4AE49588823F}" type="pres">
      <dgm:prSet presAssocID="{FEC073EC-FADB-4A10-892A-250090C7A6C3}" presName="thickLine" presStyleLbl="alignNode1" presStyleIdx="5" presStyleCnt="14"/>
      <dgm:spPr/>
    </dgm:pt>
    <dgm:pt modelId="{EC0AF7C9-D44B-480A-B377-1316E1DEF65C}" type="pres">
      <dgm:prSet presAssocID="{FEC073EC-FADB-4A10-892A-250090C7A6C3}" presName="horz1" presStyleCnt="0"/>
      <dgm:spPr/>
    </dgm:pt>
    <dgm:pt modelId="{79F2FAB8-6A79-4771-B902-E3AE54E6C67A}" type="pres">
      <dgm:prSet presAssocID="{FEC073EC-FADB-4A10-892A-250090C7A6C3}" presName="tx1" presStyleLbl="revTx" presStyleIdx="5" presStyleCnt="14"/>
      <dgm:spPr/>
    </dgm:pt>
    <dgm:pt modelId="{5EDF4244-CCDE-450E-9C99-87B6992F8955}" type="pres">
      <dgm:prSet presAssocID="{FEC073EC-FADB-4A10-892A-250090C7A6C3}" presName="vert1" presStyleCnt="0"/>
      <dgm:spPr/>
    </dgm:pt>
    <dgm:pt modelId="{027AF67D-6838-4ECC-8B36-435B4D5F2170}" type="pres">
      <dgm:prSet presAssocID="{7507AF4D-CB0B-41BF-BCF6-79E42F2DF6C0}" presName="thickLine" presStyleLbl="alignNode1" presStyleIdx="6" presStyleCnt="14"/>
      <dgm:spPr/>
    </dgm:pt>
    <dgm:pt modelId="{28914D6E-C34E-4F21-AFD4-1C6BB3B670B4}" type="pres">
      <dgm:prSet presAssocID="{7507AF4D-CB0B-41BF-BCF6-79E42F2DF6C0}" presName="horz1" presStyleCnt="0"/>
      <dgm:spPr/>
    </dgm:pt>
    <dgm:pt modelId="{C34C1A1C-3F37-408B-B085-7CAE9AAECA30}" type="pres">
      <dgm:prSet presAssocID="{7507AF4D-CB0B-41BF-BCF6-79E42F2DF6C0}" presName="tx1" presStyleLbl="revTx" presStyleIdx="6" presStyleCnt="14"/>
      <dgm:spPr/>
    </dgm:pt>
    <dgm:pt modelId="{637C8025-4AA9-4F1A-B7BE-A234839C3B74}" type="pres">
      <dgm:prSet presAssocID="{7507AF4D-CB0B-41BF-BCF6-79E42F2DF6C0}" presName="vert1" presStyleCnt="0"/>
      <dgm:spPr/>
    </dgm:pt>
    <dgm:pt modelId="{D5172BB8-9B7B-4DA4-8D8A-6C4BB11B6DD7}" type="pres">
      <dgm:prSet presAssocID="{C8880518-895E-4A4B-9BA5-5BAA97E980B0}" presName="thickLine" presStyleLbl="alignNode1" presStyleIdx="7" presStyleCnt="14"/>
      <dgm:spPr/>
    </dgm:pt>
    <dgm:pt modelId="{A61BD249-836A-4C1F-BB66-BF13E6365263}" type="pres">
      <dgm:prSet presAssocID="{C8880518-895E-4A4B-9BA5-5BAA97E980B0}" presName="horz1" presStyleCnt="0"/>
      <dgm:spPr/>
    </dgm:pt>
    <dgm:pt modelId="{E167AF12-275C-4659-96AA-1695F07821DA}" type="pres">
      <dgm:prSet presAssocID="{C8880518-895E-4A4B-9BA5-5BAA97E980B0}" presName="tx1" presStyleLbl="revTx" presStyleIdx="7" presStyleCnt="14"/>
      <dgm:spPr/>
    </dgm:pt>
    <dgm:pt modelId="{85F62D97-6CFA-4965-9366-2721D4B01963}" type="pres">
      <dgm:prSet presAssocID="{C8880518-895E-4A4B-9BA5-5BAA97E980B0}" presName="vert1" presStyleCnt="0"/>
      <dgm:spPr/>
    </dgm:pt>
    <dgm:pt modelId="{2F0032D5-2B71-4B3E-B66C-F657656231EC}" type="pres">
      <dgm:prSet presAssocID="{D99EB6F7-0EE3-4B28-8E6E-36FA0D58EDDF}" presName="thickLine" presStyleLbl="alignNode1" presStyleIdx="8" presStyleCnt="14"/>
      <dgm:spPr/>
    </dgm:pt>
    <dgm:pt modelId="{432B112A-5074-42BB-A6FF-B890EB714C7E}" type="pres">
      <dgm:prSet presAssocID="{D99EB6F7-0EE3-4B28-8E6E-36FA0D58EDDF}" presName="horz1" presStyleCnt="0"/>
      <dgm:spPr/>
    </dgm:pt>
    <dgm:pt modelId="{8AD2E009-8118-4863-ABFD-5945188707C3}" type="pres">
      <dgm:prSet presAssocID="{D99EB6F7-0EE3-4B28-8E6E-36FA0D58EDDF}" presName="tx1" presStyleLbl="revTx" presStyleIdx="8" presStyleCnt="14"/>
      <dgm:spPr/>
    </dgm:pt>
    <dgm:pt modelId="{7716BAF9-93A4-484F-B9CD-3AD7A5C93860}" type="pres">
      <dgm:prSet presAssocID="{D99EB6F7-0EE3-4B28-8E6E-36FA0D58EDDF}" presName="vert1" presStyleCnt="0"/>
      <dgm:spPr/>
    </dgm:pt>
    <dgm:pt modelId="{16107CC1-B7FA-4139-B391-05B75C8E7FB2}" type="pres">
      <dgm:prSet presAssocID="{830AD29B-2A4B-4560-8090-A26E3D83F290}" presName="thickLine" presStyleLbl="alignNode1" presStyleIdx="9" presStyleCnt="14"/>
      <dgm:spPr/>
    </dgm:pt>
    <dgm:pt modelId="{2864C58E-04A3-4286-AD39-571F9465E503}" type="pres">
      <dgm:prSet presAssocID="{830AD29B-2A4B-4560-8090-A26E3D83F290}" presName="horz1" presStyleCnt="0"/>
      <dgm:spPr/>
    </dgm:pt>
    <dgm:pt modelId="{9E23EED0-8754-4A74-B9CA-02643B125D10}" type="pres">
      <dgm:prSet presAssocID="{830AD29B-2A4B-4560-8090-A26E3D83F290}" presName="tx1" presStyleLbl="revTx" presStyleIdx="9" presStyleCnt="14"/>
      <dgm:spPr/>
    </dgm:pt>
    <dgm:pt modelId="{EBE93326-0F0F-4E2E-9063-70CF6A51863C}" type="pres">
      <dgm:prSet presAssocID="{830AD29B-2A4B-4560-8090-A26E3D83F290}" presName="vert1" presStyleCnt="0"/>
      <dgm:spPr/>
    </dgm:pt>
    <dgm:pt modelId="{4C9D8C42-4B74-42CD-BC24-68086101787D}" type="pres">
      <dgm:prSet presAssocID="{DAB72481-1EF6-43FC-815B-0888A3B1250D}" presName="thickLine" presStyleLbl="alignNode1" presStyleIdx="10" presStyleCnt="14"/>
      <dgm:spPr/>
    </dgm:pt>
    <dgm:pt modelId="{4B14275F-70F4-4FAD-B4FE-944F876D77FF}" type="pres">
      <dgm:prSet presAssocID="{DAB72481-1EF6-43FC-815B-0888A3B1250D}" presName="horz1" presStyleCnt="0"/>
      <dgm:spPr/>
    </dgm:pt>
    <dgm:pt modelId="{50B872ED-254F-444D-8D39-CF2C4CC3ECB7}" type="pres">
      <dgm:prSet presAssocID="{DAB72481-1EF6-43FC-815B-0888A3B1250D}" presName="tx1" presStyleLbl="revTx" presStyleIdx="10" presStyleCnt="14"/>
      <dgm:spPr/>
    </dgm:pt>
    <dgm:pt modelId="{BC36F8FC-D4CC-4479-8043-38CA673B4175}" type="pres">
      <dgm:prSet presAssocID="{DAB72481-1EF6-43FC-815B-0888A3B1250D}" presName="vert1" presStyleCnt="0"/>
      <dgm:spPr/>
    </dgm:pt>
    <dgm:pt modelId="{CBC0E679-693E-4B72-A087-FC8FDD1F565E}" type="pres">
      <dgm:prSet presAssocID="{F95AEC29-7933-4C96-BA7D-344C4A51F57E}" presName="thickLine" presStyleLbl="alignNode1" presStyleIdx="11" presStyleCnt="14"/>
      <dgm:spPr/>
    </dgm:pt>
    <dgm:pt modelId="{07F1F90B-D8C0-4BDA-9BC6-2DDEE6C79A64}" type="pres">
      <dgm:prSet presAssocID="{F95AEC29-7933-4C96-BA7D-344C4A51F57E}" presName="horz1" presStyleCnt="0"/>
      <dgm:spPr/>
    </dgm:pt>
    <dgm:pt modelId="{D35C22A4-37E7-4AB8-830A-79A868ABBE33}" type="pres">
      <dgm:prSet presAssocID="{F95AEC29-7933-4C96-BA7D-344C4A51F57E}" presName="tx1" presStyleLbl="revTx" presStyleIdx="11" presStyleCnt="14"/>
      <dgm:spPr/>
    </dgm:pt>
    <dgm:pt modelId="{1C3462FE-8176-4510-A846-3E35331C0766}" type="pres">
      <dgm:prSet presAssocID="{F95AEC29-7933-4C96-BA7D-344C4A51F57E}" presName="vert1" presStyleCnt="0"/>
      <dgm:spPr/>
    </dgm:pt>
    <dgm:pt modelId="{30ED46FC-9AEB-4979-B05B-B67C5C27E7AD}" type="pres">
      <dgm:prSet presAssocID="{DDA3ED93-F58A-4C73-A6BD-E7FFB6A9EAEE}" presName="thickLine" presStyleLbl="alignNode1" presStyleIdx="12" presStyleCnt="14"/>
      <dgm:spPr/>
    </dgm:pt>
    <dgm:pt modelId="{E0F4ADC8-43C0-4636-8E39-37CA3B8F3CAF}" type="pres">
      <dgm:prSet presAssocID="{DDA3ED93-F58A-4C73-A6BD-E7FFB6A9EAEE}" presName="horz1" presStyleCnt="0"/>
      <dgm:spPr/>
    </dgm:pt>
    <dgm:pt modelId="{BA1FD4A0-A702-474C-A330-8281382A5A09}" type="pres">
      <dgm:prSet presAssocID="{DDA3ED93-F58A-4C73-A6BD-E7FFB6A9EAEE}" presName="tx1" presStyleLbl="revTx" presStyleIdx="12" presStyleCnt="14"/>
      <dgm:spPr/>
    </dgm:pt>
    <dgm:pt modelId="{4A987820-E41A-4EB5-9E5B-F27C9A98DDC8}" type="pres">
      <dgm:prSet presAssocID="{DDA3ED93-F58A-4C73-A6BD-E7FFB6A9EAEE}" presName="vert1" presStyleCnt="0"/>
      <dgm:spPr/>
    </dgm:pt>
    <dgm:pt modelId="{0C8B9CEC-B4DE-4C97-9A31-A15E6B7C0C72}" type="pres">
      <dgm:prSet presAssocID="{9860E338-4694-4F4B-A9E0-E8FAC12F967A}" presName="thickLine" presStyleLbl="alignNode1" presStyleIdx="13" presStyleCnt="14"/>
      <dgm:spPr/>
    </dgm:pt>
    <dgm:pt modelId="{6399444F-42ED-4E00-A061-6960118D440E}" type="pres">
      <dgm:prSet presAssocID="{9860E338-4694-4F4B-A9E0-E8FAC12F967A}" presName="horz1" presStyleCnt="0"/>
      <dgm:spPr/>
    </dgm:pt>
    <dgm:pt modelId="{93421B86-753E-4D1A-B8E4-8A57C8133411}" type="pres">
      <dgm:prSet presAssocID="{9860E338-4694-4F4B-A9E0-E8FAC12F967A}" presName="tx1" presStyleLbl="revTx" presStyleIdx="13" presStyleCnt="14"/>
      <dgm:spPr/>
    </dgm:pt>
    <dgm:pt modelId="{259691E7-7404-47A6-9383-C40EFF524E26}" type="pres">
      <dgm:prSet presAssocID="{9860E338-4694-4F4B-A9E0-E8FAC12F967A}" presName="vert1" presStyleCnt="0"/>
      <dgm:spPr/>
    </dgm:pt>
  </dgm:ptLst>
  <dgm:cxnLst>
    <dgm:cxn modelId="{EACBB600-C60B-431A-B052-2AC13EFC4F18}" srcId="{107384EC-BA8A-4F3D-A064-D5473A3FBF87}" destId="{9860E338-4694-4F4B-A9E0-E8FAC12F967A}" srcOrd="13" destOrd="0" parTransId="{9537A922-BB59-412C-B285-FC998E3B8B94}" sibTransId="{CFB0F9E0-7AE1-4517-A241-F7D0C346025B}"/>
    <dgm:cxn modelId="{E7319A01-2D1F-4DE0-85C7-7CCD2DE47E8A}" srcId="{107384EC-BA8A-4F3D-A064-D5473A3FBF87}" destId="{F95AEC29-7933-4C96-BA7D-344C4A51F57E}" srcOrd="11" destOrd="0" parTransId="{B2A98FCE-88A7-4F57-BA9B-947FD8FAFED5}" sibTransId="{06945A3C-998B-48BA-A6C0-51CF0349D5FA}"/>
    <dgm:cxn modelId="{915D2E14-660A-4A36-A73E-29AB431250CB}" srcId="{107384EC-BA8A-4F3D-A064-D5473A3FBF87}" destId="{8F427AFA-0196-4F9E-B5C7-ACBE72336CE4}" srcOrd="4" destOrd="0" parTransId="{E5C0B6E7-4928-4588-8D85-58A6CB0DD223}" sibTransId="{DB74410E-B6F4-42D5-8DA0-B70773C41902}"/>
    <dgm:cxn modelId="{23EBE91F-6237-44F9-A4D6-879BF3DCA894}" type="presOf" srcId="{02219591-BD72-48E2-A386-C800AF69C0E2}" destId="{48D1AD82-EE4D-48C4-8338-9E2475587431}" srcOrd="0" destOrd="0" presId="urn:microsoft.com/office/officeart/2008/layout/LinedList"/>
    <dgm:cxn modelId="{5ABEFC2C-351C-4368-9F6A-CEE80D8312BB}" srcId="{107384EC-BA8A-4F3D-A064-D5473A3FBF87}" destId="{C8880518-895E-4A4B-9BA5-5BAA97E980B0}" srcOrd="7" destOrd="0" parTransId="{65079716-D42F-4E05-954A-5911EB8AD933}" sibTransId="{C4F1DC79-A165-4ADC-9B0F-7CE1D46F354A}"/>
    <dgm:cxn modelId="{3F81E637-2379-4716-8D2C-9674A371CA98}" type="presOf" srcId="{107384EC-BA8A-4F3D-A064-D5473A3FBF87}" destId="{65BA32EF-8BC0-495C-8D63-3B721F52D239}" srcOrd="0" destOrd="0" presId="urn:microsoft.com/office/officeart/2008/layout/LinedList"/>
    <dgm:cxn modelId="{54C48861-A2CF-4810-878D-F45EF56E6FC4}" type="presOf" srcId="{7507AF4D-CB0B-41BF-BCF6-79E42F2DF6C0}" destId="{C34C1A1C-3F37-408B-B085-7CAE9AAECA30}" srcOrd="0" destOrd="0" presId="urn:microsoft.com/office/officeart/2008/layout/LinedList"/>
    <dgm:cxn modelId="{89987143-429B-4F68-9005-A9E7FE388057}" type="presOf" srcId="{DDA3ED93-F58A-4C73-A6BD-E7FFB6A9EAEE}" destId="{BA1FD4A0-A702-474C-A330-8281382A5A09}" srcOrd="0" destOrd="0" presId="urn:microsoft.com/office/officeart/2008/layout/LinedList"/>
    <dgm:cxn modelId="{6D41B548-92DE-4B87-B32E-CA36C5D94105}" srcId="{107384EC-BA8A-4F3D-A064-D5473A3FBF87}" destId="{DAB72481-1EF6-43FC-815B-0888A3B1250D}" srcOrd="10" destOrd="0" parTransId="{C7BD4D70-CB3F-493E-A65E-8DDABB35E05E}" sibTransId="{F4F161FF-2EE4-4117-93CF-3C8A3C985636}"/>
    <dgm:cxn modelId="{AA95D968-53F5-4BE4-9B27-C8FC7C6027B1}" srcId="{107384EC-BA8A-4F3D-A064-D5473A3FBF87}" destId="{02219591-BD72-48E2-A386-C800AF69C0E2}" srcOrd="1" destOrd="0" parTransId="{C8D03F1D-1C2A-413B-8F33-02509CE312D8}" sibTransId="{59FA88C6-C78A-4125-BB33-1A53F88F3BB1}"/>
    <dgm:cxn modelId="{E0DAF66F-8335-4AA6-ABD7-667F7A49C27B}" srcId="{107384EC-BA8A-4F3D-A064-D5473A3FBF87}" destId="{7507AF4D-CB0B-41BF-BCF6-79E42F2DF6C0}" srcOrd="6" destOrd="0" parTransId="{EB71729C-4274-4B7C-B753-3660E6D74C45}" sibTransId="{6C2A9A8F-21E4-4401-B469-505E0453ED63}"/>
    <dgm:cxn modelId="{9EF32651-EE4A-4747-80BA-C15BE05D4C46}" srcId="{107384EC-BA8A-4F3D-A064-D5473A3FBF87}" destId="{DDA3ED93-F58A-4C73-A6BD-E7FFB6A9EAEE}" srcOrd="12" destOrd="0" parTransId="{D7904E9A-D4F0-4396-AB39-DFBCB875B910}" sibTransId="{B969398C-24B6-4097-B69C-7F3D5455C1A1}"/>
    <dgm:cxn modelId="{FD1E5671-A28E-43C2-BDEF-5EE1DCEE4DB7}" type="presOf" srcId="{D99EB6F7-0EE3-4B28-8E6E-36FA0D58EDDF}" destId="{8AD2E009-8118-4863-ABFD-5945188707C3}" srcOrd="0" destOrd="0" presId="urn:microsoft.com/office/officeart/2008/layout/LinedList"/>
    <dgm:cxn modelId="{FBF6EA72-D919-4EB8-AB97-33EBAB7D5901}" type="presOf" srcId="{9860E338-4694-4F4B-A9E0-E8FAC12F967A}" destId="{93421B86-753E-4D1A-B8E4-8A57C8133411}" srcOrd="0" destOrd="0" presId="urn:microsoft.com/office/officeart/2008/layout/LinedList"/>
    <dgm:cxn modelId="{53AFE174-125A-4F99-A999-A3F18193C309}" srcId="{107384EC-BA8A-4F3D-A064-D5473A3FBF87}" destId="{DEDE1DEB-C1F7-41BE-B677-E279FBDF2B33}" srcOrd="2" destOrd="0" parTransId="{FE7CE146-A63E-4248-BA56-E6426DF78838}" sibTransId="{7DC946AD-4FA6-4040-B978-B25CB99E77EE}"/>
    <dgm:cxn modelId="{3041C37B-E4E2-4E7C-B20D-01BF427E8A8F}" srcId="{107384EC-BA8A-4F3D-A064-D5473A3FBF87}" destId="{1BBA4E38-4FCD-4A6C-AFF3-FC04AF81D6FF}" srcOrd="0" destOrd="0" parTransId="{889F6EAC-FB43-4C87-8FCD-4BA0F2D065FE}" sibTransId="{2441EAD8-97A7-47C9-8D1C-D55BAD65CD43}"/>
    <dgm:cxn modelId="{EDAA0881-6ED7-4A2C-B4B9-340C483A3CC0}" type="presOf" srcId="{830AD29B-2A4B-4560-8090-A26E3D83F290}" destId="{9E23EED0-8754-4A74-B9CA-02643B125D10}" srcOrd="0" destOrd="0" presId="urn:microsoft.com/office/officeart/2008/layout/LinedList"/>
    <dgm:cxn modelId="{54DEDF81-2440-4085-A4DA-A9E72075882E}" srcId="{107384EC-BA8A-4F3D-A064-D5473A3FBF87}" destId="{D99EB6F7-0EE3-4B28-8E6E-36FA0D58EDDF}" srcOrd="8" destOrd="0" parTransId="{592B262B-2599-4896-8B9D-64FE6522AB16}" sibTransId="{101C5281-2F11-4D45-8AB9-2D9C55373DF1}"/>
    <dgm:cxn modelId="{004FD789-3BD0-4B3C-9000-3E2B3C12834D}" srcId="{107384EC-BA8A-4F3D-A064-D5473A3FBF87}" destId="{7B9815D4-7889-43C8-8BF7-1642D31B87DC}" srcOrd="3" destOrd="0" parTransId="{D84B3E8A-2D94-4C4D-BBF0-D5B8ECC7EFF8}" sibTransId="{F08FCADF-CFCE-429D-8DBC-EC0E52C9869C}"/>
    <dgm:cxn modelId="{61B91891-4A54-4B6E-A41E-DB6B136DDBA1}" type="presOf" srcId="{FEC073EC-FADB-4A10-892A-250090C7A6C3}" destId="{79F2FAB8-6A79-4771-B902-E3AE54E6C67A}" srcOrd="0" destOrd="0" presId="urn:microsoft.com/office/officeart/2008/layout/LinedList"/>
    <dgm:cxn modelId="{E832C498-8145-4191-A894-5FFEECD390CA}" srcId="{107384EC-BA8A-4F3D-A064-D5473A3FBF87}" destId="{FEC073EC-FADB-4A10-892A-250090C7A6C3}" srcOrd="5" destOrd="0" parTransId="{E438695D-6D4B-46FD-95EB-A10BFE6228BB}" sibTransId="{7861855C-102B-4281-9332-D3B8BDB9D02D}"/>
    <dgm:cxn modelId="{0CDCDD9D-EA61-4630-9A77-1E07FD147E3B}" srcId="{107384EC-BA8A-4F3D-A064-D5473A3FBF87}" destId="{830AD29B-2A4B-4560-8090-A26E3D83F290}" srcOrd="9" destOrd="0" parTransId="{55DADD3D-B667-41E0-934A-7DE7C92ACC06}" sibTransId="{CF23094C-D9F0-4171-BBB7-843619146B34}"/>
    <dgm:cxn modelId="{0B6277A0-138E-4CB1-9727-DE378162B73E}" type="presOf" srcId="{DAB72481-1EF6-43FC-815B-0888A3B1250D}" destId="{50B872ED-254F-444D-8D39-CF2C4CC3ECB7}" srcOrd="0" destOrd="0" presId="urn:microsoft.com/office/officeart/2008/layout/LinedList"/>
    <dgm:cxn modelId="{0EF4EBAD-A235-42F7-8CDB-32B08FE01AD0}" type="presOf" srcId="{1BBA4E38-4FCD-4A6C-AFF3-FC04AF81D6FF}" destId="{E33E1701-7D30-442D-8DA1-27B3FC104CC8}" srcOrd="0" destOrd="0" presId="urn:microsoft.com/office/officeart/2008/layout/LinedList"/>
    <dgm:cxn modelId="{8D08C3B1-E1EA-4C95-860E-8C6BF6909C32}" type="presOf" srcId="{F95AEC29-7933-4C96-BA7D-344C4A51F57E}" destId="{D35C22A4-37E7-4AB8-830A-79A868ABBE33}" srcOrd="0" destOrd="0" presId="urn:microsoft.com/office/officeart/2008/layout/LinedList"/>
    <dgm:cxn modelId="{75EC23BB-0973-4AD0-A8A9-46DF08F94B91}" type="presOf" srcId="{DEDE1DEB-C1F7-41BE-B677-E279FBDF2B33}" destId="{09D20FE3-FCE0-415F-8851-153AC0FFE397}" srcOrd="0" destOrd="0" presId="urn:microsoft.com/office/officeart/2008/layout/LinedList"/>
    <dgm:cxn modelId="{202102D1-4C89-4385-AEF5-5EFE642F0960}" type="presOf" srcId="{C8880518-895E-4A4B-9BA5-5BAA97E980B0}" destId="{E167AF12-275C-4659-96AA-1695F07821DA}" srcOrd="0" destOrd="0" presId="urn:microsoft.com/office/officeart/2008/layout/LinedList"/>
    <dgm:cxn modelId="{C17C0DD9-1E6D-4047-ACA1-BE99366D03CA}" type="presOf" srcId="{8F427AFA-0196-4F9E-B5C7-ACBE72336CE4}" destId="{AE587B00-E82F-4609-B84C-BDA515620A1C}" srcOrd="0" destOrd="0" presId="urn:microsoft.com/office/officeart/2008/layout/LinedList"/>
    <dgm:cxn modelId="{A24A66FF-1219-41D9-8301-DFE672577959}" type="presOf" srcId="{7B9815D4-7889-43C8-8BF7-1642D31B87DC}" destId="{6128B12D-90CA-482C-A31E-443C2EAD7BA9}" srcOrd="0" destOrd="0" presId="urn:microsoft.com/office/officeart/2008/layout/LinedList"/>
    <dgm:cxn modelId="{33E48532-C830-492F-9AF2-CEF82D7CB875}" type="presParOf" srcId="{65BA32EF-8BC0-495C-8D63-3B721F52D239}" destId="{0AB13E84-D0A2-4D19-A5E8-895F899138AC}" srcOrd="0" destOrd="0" presId="urn:microsoft.com/office/officeart/2008/layout/LinedList"/>
    <dgm:cxn modelId="{ECC175FE-7E16-4362-938A-75A9760F982B}" type="presParOf" srcId="{65BA32EF-8BC0-495C-8D63-3B721F52D239}" destId="{50AF517E-9C46-4564-A2C5-13BCD92596C9}" srcOrd="1" destOrd="0" presId="urn:microsoft.com/office/officeart/2008/layout/LinedList"/>
    <dgm:cxn modelId="{DB84690A-0BC2-4F11-AAC4-0C675DC2C866}" type="presParOf" srcId="{50AF517E-9C46-4564-A2C5-13BCD92596C9}" destId="{E33E1701-7D30-442D-8DA1-27B3FC104CC8}" srcOrd="0" destOrd="0" presId="urn:microsoft.com/office/officeart/2008/layout/LinedList"/>
    <dgm:cxn modelId="{DA1BC5DB-28A5-4C4B-AFD4-D94CEE675D04}" type="presParOf" srcId="{50AF517E-9C46-4564-A2C5-13BCD92596C9}" destId="{5E139761-2B25-4863-B0AB-89D94695A884}" srcOrd="1" destOrd="0" presId="urn:microsoft.com/office/officeart/2008/layout/LinedList"/>
    <dgm:cxn modelId="{54834D53-A3B9-42FF-9587-B2C25A9539D4}" type="presParOf" srcId="{65BA32EF-8BC0-495C-8D63-3B721F52D239}" destId="{ADD60D36-DEA8-459C-9FBC-EEA43DA56E06}" srcOrd="2" destOrd="0" presId="urn:microsoft.com/office/officeart/2008/layout/LinedList"/>
    <dgm:cxn modelId="{F67D652E-0485-4D4B-9647-2FCA360A4A09}" type="presParOf" srcId="{65BA32EF-8BC0-495C-8D63-3B721F52D239}" destId="{5CC96E43-B2F4-4D04-8A7B-31FA8B64C50F}" srcOrd="3" destOrd="0" presId="urn:microsoft.com/office/officeart/2008/layout/LinedList"/>
    <dgm:cxn modelId="{9DB12230-031C-45C8-B3A9-6794AFA45D1C}" type="presParOf" srcId="{5CC96E43-B2F4-4D04-8A7B-31FA8B64C50F}" destId="{48D1AD82-EE4D-48C4-8338-9E2475587431}" srcOrd="0" destOrd="0" presId="urn:microsoft.com/office/officeart/2008/layout/LinedList"/>
    <dgm:cxn modelId="{4DA06D1A-A55A-400E-BFC5-CB6733E47DD5}" type="presParOf" srcId="{5CC96E43-B2F4-4D04-8A7B-31FA8B64C50F}" destId="{8922D4CC-4681-42FF-8A6E-D2BE1BC10A9A}" srcOrd="1" destOrd="0" presId="urn:microsoft.com/office/officeart/2008/layout/LinedList"/>
    <dgm:cxn modelId="{30F4DAB9-B5F3-4737-89CA-DE498099DE34}" type="presParOf" srcId="{65BA32EF-8BC0-495C-8D63-3B721F52D239}" destId="{D62C7805-CD9F-4346-A2DD-D91C7C224F9E}" srcOrd="4" destOrd="0" presId="urn:microsoft.com/office/officeart/2008/layout/LinedList"/>
    <dgm:cxn modelId="{1DF30906-10A6-483F-BCC1-A406B15BD806}" type="presParOf" srcId="{65BA32EF-8BC0-495C-8D63-3B721F52D239}" destId="{83A14EF6-9488-4F8D-BF25-439BE856A01B}" srcOrd="5" destOrd="0" presId="urn:microsoft.com/office/officeart/2008/layout/LinedList"/>
    <dgm:cxn modelId="{65CE4076-910E-421C-87E6-27B0C015E775}" type="presParOf" srcId="{83A14EF6-9488-4F8D-BF25-439BE856A01B}" destId="{09D20FE3-FCE0-415F-8851-153AC0FFE397}" srcOrd="0" destOrd="0" presId="urn:microsoft.com/office/officeart/2008/layout/LinedList"/>
    <dgm:cxn modelId="{17F41A4B-788B-41A3-87F3-8F17DDD32670}" type="presParOf" srcId="{83A14EF6-9488-4F8D-BF25-439BE856A01B}" destId="{B87DB988-9918-4533-B3A8-D7BA8B48BC24}" srcOrd="1" destOrd="0" presId="urn:microsoft.com/office/officeart/2008/layout/LinedList"/>
    <dgm:cxn modelId="{8BDF1F9E-A23B-49E9-A5AC-6D1981C0123E}" type="presParOf" srcId="{65BA32EF-8BC0-495C-8D63-3B721F52D239}" destId="{5ED3D7A5-C4F7-4FFA-9413-EA8A7106863E}" srcOrd="6" destOrd="0" presId="urn:microsoft.com/office/officeart/2008/layout/LinedList"/>
    <dgm:cxn modelId="{DF0D795B-8B0A-4991-B3D7-558F59FE1DE1}" type="presParOf" srcId="{65BA32EF-8BC0-495C-8D63-3B721F52D239}" destId="{9293E25B-348E-4947-81DC-0EAA12865A6B}" srcOrd="7" destOrd="0" presId="urn:microsoft.com/office/officeart/2008/layout/LinedList"/>
    <dgm:cxn modelId="{15C3837C-5513-4184-B6BA-191E360FB85B}" type="presParOf" srcId="{9293E25B-348E-4947-81DC-0EAA12865A6B}" destId="{6128B12D-90CA-482C-A31E-443C2EAD7BA9}" srcOrd="0" destOrd="0" presId="urn:microsoft.com/office/officeart/2008/layout/LinedList"/>
    <dgm:cxn modelId="{9A1F3834-76C7-4046-8966-043CEF308B05}" type="presParOf" srcId="{9293E25B-348E-4947-81DC-0EAA12865A6B}" destId="{1F5887D3-C925-49F3-9378-833010626B7D}" srcOrd="1" destOrd="0" presId="urn:microsoft.com/office/officeart/2008/layout/LinedList"/>
    <dgm:cxn modelId="{A4A59F86-59FD-48AA-9A9B-BDB987611BA6}" type="presParOf" srcId="{65BA32EF-8BC0-495C-8D63-3B721F52D239}" destId="{4887A166-4A13-4248-B491-995821FF3629}" srcOrd="8" destOrd="0" presId="urn:microsoft.com/office/officeart/2008/layout/LinedList"/>
    <dgm:cxn modelId="{BF08F965-CA92-4AE3-BEDD-6201E30245B8}" type="presParOf" srcId="{65BA32EF-8BC0-495C-8D63-3B721F52D239}" destId="{2E1A1F64-19FE-4D13-A34C-E5C9748120FA}" srcOrd="9" destOrd="0" presId="urn:microsoft.com/office/officeart/2008/layout/LinedList"/>
    <dgm:cxn modelId="{3021005F-0054-4077-8DA5-2A45D57199EF}" type="presParOf" srcId="{2E1A1F64-19FE-4D13-A34C-E5C9748120FA}" destId="{AE587B00-E82F-4609-B84C-BDA515620A1C}" srcOrd="0" destOrd="0" presId="urn:microsoft.com/office/officeart/2008/layout/LinedList"/>
    <dgm:cxn modelId="{BD162A8A-8395-4B16-B9CF-D04B3F1697AE}" type="presParOf" srcId="{2E1A1F64-19FE-4D13-A34C-E5C9748120FA}" destId="{3AADE780-D771-442A-BF3D-116097F068E1}" srcOrd="1" destOrd="0" presId="urn:microsoft.com/office/officeart/2008/layout/LinedList"/>
    <dgm:cxn modelId="{57B27CE4-CB91-496B-BAB5-E0890EE214B6}" type="presParOf" srcId="{65BA32EF-8BC0-495C-8D63-3B721F52D239}" destId="{061A9FB3-3608-4F15-96F8-4AE49588823F}" srcOrd="10" destOrd="0" presId="urn:microsoft.com/office/officeart/2008/layout/LinedList"/>
    <dgm:cxn modelId="{B3473E8B-0604-4199-ACFB-4AD966CDA406}" type="presParOf" srcId="{65BA32EF-8BC0-495C-8D63-3B721F52D239}" destId="{EC0AF7C9-D44B-480A-B377-1316E1DEF65C}" srcOrd="11" destOrd="0" presId="urn:microsoft.com/office/officeart/2008/layout/LinedList"/>
    <dgm:cxn modelId="{B4B5B197-5939-4364-9AE5-93C40E7A3F31}" type="presParOf" srcId="{EC0AF7C9-D44B-480A-B377-1316E1DEF65C}" destId="{79F2FAB8-6A79-4771-B902-E3AE54E6C67A}" srcOrd="0" destOrd="0" presId="urn:microsoft.com/office/officeart/2008/layout/LinedList"/>
    <dgm:cxn modelId="{654683E0-BA4A-4629-89F8-358491618664}" type="presParOf" srcId="{EC0AF7C9-D44B-480A-B377-1316E1DEF65C}" destId="{5EDF4244-CCDE-450E-9C99-87B6992F8955}" srcOrd="1" destOrd="0" presId="urn:microsoft.com/office/officeart/2008/layout/LinedList"/>
    <dgm:cxn modelId="{9485E589-EE43-4561-A234-FD6397227530}" type="presParOf" srcId="{65BA32EF-8BC0-495C-8D63-3B721F52D239}" destId="{027AF67D-6838-4ECC-8B36-435B4D5F2170}" srcOrd="12" destOrd="0" presId="urn:microsoft.com/office/officeart/2008/layout/LinedList"/>
    <dgm:cxn modelId="{EF5CAFAF-E117-4A15-AF39-79658724D474}" type="presParOf" srcId="{65BA32EF-8BC0-495C-8D63-3B721F52D239}" destId="{28914D6E-C34E-4F21-AFD4-1C6BB3B670B4}" srcOrd="13" destOrd="0" presId="urn:microsoft.com/office/officeart/2008/layout/LinedList"/>
    <dgm:cxn modelId="{A525490E-376B-4CAC-8D46-1AF480CDD887}" type="presParOf" srcId="{28914D6E-C34E-4F21-AFD4-1C6BB3B670B4}" destId="{C34C1A1C-3F37-408B-B085-7CAE9AAECA30}" srcOrd="0" destOrd="0" presId="urn:microsoft.com/office/officeart/2008/layout/LinedList"/>
    <dgm:cxn modelId="{E88CCF7D-5837-4567-ADE3-BED9368E78EB}" type="presParOf" srcId="{28914D6E-C34E-4F21-AFD4-1C6BB3B670B4}" destId="{637C8025-4AA9-4F1A-B7BE-A234839C3B74}" srcOrd="1" destOrd="0" presId="urn:microsoft.com/office/officeart/2008/layout/LinedList"/>
    <dgm:cxn modelId="{1B37149E-9A5F-4194-98A9-102509DC459D}" type="presParOf" srcId="{65BA32EF-8BC0-495C-8D63-3B721F52D239}" destId="{D5172BB8-9B7B-4DA4-8D8A-6C4BB11B6DD7}" srcOrd="14" destOrd="0" presId="urn:microsoft.com/office/officeart/2008/layout/LinedList"/>
    <dgm:cxn modelId="{C9D70AC0-354A-4035-932D-CC5C8065D525}" type="presParOf" srcId="{65BA32EF-8BC0-495C-8D63-3B721F52D239}" destId="{A61BD249-836A-4C1F-BB66-BF13E6365263}" srcOrd="15" destOrd="0" presId="urn:microsoft.com/office/officeart/2008/layout/LinedList"/>
    <dgm:cxn modelId="{AC925387-B1CB-4B8D-8FA3-542E7D07B173}" type="presParOf" srcId="{A61BD249-836A-4C1F-BB66-BF13E6365263}" destId="{E167AF12-275C-4659-96AA-1695F07821DA}" srcOrd="0" destOrd="0" presId="urn:microsoft.com/office/officeart/2008/layout/LinedList"/>
    <dgm:cxn modelId="{F96E76D4-5CD4-45DB-9782-6F006B542FC0}" type="presParOf" srcId="{A61BD249-836A-4C1F-BB66-BF13E6365263}" destId="{85F62D97-6CFA-4965-9366-2721D4B01963}" srcOrd="1" destOrd="0" presId="urn:microsoft.com/office/officeart/2008/layout/LinedList"/>
    <dgm:cxn modelId="{021BFA6A-1D88-4405-A4F8-B28C6A4FE9CF}" type="presParOf" srcId="{65BA32EF-8BC0-495C-8D63-3B721F52D239}" destId="{2F0032D5-2B71-4B3E-B66C-F657656231EC}" srcOrd="16" destOrd="0" presId="urn:microsoft.com/office/officeart/2008/layout/LinedList"/>
    <dgm:cxn modelId="{4250A925-2676-4B59-BF8A-D23C14EA5E41}" type="presParOf" srcId="{65BA32EF-8BC0-495C-8D63-3B721F52D239}" destId="{432B112A-5074-42BB-A6FF-B890EB714C7E}" srcOrd="17" destOrd="0" presId="urn:microsoft.com/office/officeart/2008/layout/LinedList"/>
    <dgm:cxn modelId="{B29CD73C-9766-49F3-8EF2-7FC7E36510A9}" type="presParOf" srcId="{432B112A-5074-42BB-A6FF-B890EB714C7E}" destId="{8AD2E009-8118-4863-ABFD-5945188707C3}" srcOrd="0" destOrd="0" presId="urn:microsoft.com/office/officeart/2008/layout/LinedList"/>
    <dgm:cxn modelId="{7AC40640-F920-45C9-9394-4BBDE44DBBDB}" type="presParOf" srcId="{432B112A-5074-42BB-A6FF-B890EB714C7E}" destId="{7716BAF9-93A4-484F-B9CD-3AD7A5C93860}" srcOrd="1" destOrd="0" presId="urn:microsoft.com/office/officeart/2008/layout/LinedList"/>
    <dgm:cxn modelId="{B307EA7E-B7EE-4FFB-B03B-7B6D90A3CCA5}" type="presParOf" srcId="{65BA32EF-8BC0-495C-8D63-3B721F52D239}" destId="{16107CC1-B7FA-4139-B391-05B75C8E7FB2}" srcOrd="18" destOrd="0" presId="urn:microsoft.com/office/officeart/2008/layout/LinedList"/>
    <dgm:cxn modelId="{5F180290-C627-4424-87A7-2D75F0EC304D}" type="presParOf" srcId="{65BA32EF-8BC0-495C-8D63-3B721F52D239}" destId="{2864C58E-04A3-4286-AD39-571F9465E503}" srcOrd="19" destOrd="0" presId="urn:microsoft.com/office/officeart/2008/layout/LinedList"/>
    <dgm:cxn modelId="{A5C47015-1B7E-4BE2-A6B3-FF0F9F31C23B}" type="presParOf" srcId="{2864C58E-04A3-4286-AD39-571F9465E503}" destId="{9E23EED0-8754-4A74-B9CA-02643B125D10}" srcOrd="0" destOrd="0" presId="urn:microsoft.com/office/officeart/2008/layout/LinedList"/>
    <dgm:cxn modelId="{51726067-E55B-450E-9949-5EDD57714493}" type="presParOf" srcId="{2864C58E-04A3-4286-AD39-571F9465E503}" destId="{EBE93326-0F0F-4E2E-9063-70CF6A51863C}" srcOrd="1" destOrd="0" presId="urn:microsoft.com/office/officeart/2008/layout/LinedList"/>
    <dgm:cxn modelId="{023D0209-C6C6-48FB-B5EF-113F3FCFAEE1}" type="presParOf" srcId="{65BA32EF-8BC0-495C-8D63-3B721F52D239}" destId="{4C9D8C42-4B74-42CD-BC24-68086101787D}" srcOrd="20" destOrd="0" presId="urn:microsoft.com/office/officeart/2008/layout/LinedList"/>
    <dgm:cxn modelId="{F546F105-1E52-40E3-A5D0-62FA7A6F81FC}" type="presParOf" srcId="{65BA32EF-8BC0-495C-8D63-3B721F52D239}" destId="{4B14275F-70F4-4FAD-B4FE-944F876D77FF}" srcOrd="21" destOrd="0" presId="urn:microsoft.com/office/officeart/2008/layout/LinedList"/>
    <dgm:cxn modelId="{568D470C-7163-4755-818E-C6EBD080E608}" type="presParOf" srcId="{4B14275F-70F4-4FAD-B4FE-944F876D77FF}" destId="{50B872ED-254F-444D-8D39-CF2C4CC3ECB7}" srcOrd="0" destOrd="0" presId="urn:microsoft.com/office/officeart/2008/layout/LinedList"/>
    <dgm:cxn modelId="{AAF90C70-FB92-4B50-A53B-7FBC86528D3B}" type="presParOf" srcId="{4B14275F-70F4-4FAD-B4FE-944F876D77FF}" destId="{BC36F8FC-D4CC-4479-8043-38CA673B4175}" srcOrd="1" destOrd="0" presId="urn:microsoft.com/office/officeart/2008/layout/LinedList"/>
    <dgm:cxn modelId="{73944D19-A540-4A15-B6D1-209D4A9875E9}" type="presParOf" srcId="{65BA32EF-8BC0-495C-8D63-3B721F52D239}" destId="{CBC0E679-693E-4B72-A087-FC8FDD1F565E}" srcOrd="22" destOrd="0" presId="urn:microsoft.com/office/officeart/2008/layout/LinedList"/>
    <dgm:cxn modelId="{F17CE160-CDA4-43E8-9AE7-CEEAD87BB8E7}" type="presParOf" srcId="{65BA32EF-8BC0-495C-8D63-3B721F52D239}" destId="{07F1F90B-D8C0-4BDA-9BC6-2DDEE6C79A64}" srcOrd="23" destOrd="0" presId="urn:microsoft.com/office/officeart/2008/layout/LinedList"/>
    <dgm:cxn modelId="{6EB6778D-3FF6-4A56-8DD5-1C1DF772B327}" type="presParOf" srcId="{07F1F90B-D8C0-4BDA-9BC6-2DDEE6C79A64}" destId="{D35C22A4-37E7-4AB8-830A-79A868ABBE33}" srcOrd="0" destOrd="0" presId="urn:microsoft.com/office/officeart/2008/layout/LinedList"/>
    <dgm:cxn modelId="{FF4DCAC1-3399-443D-958B-CCFF06163683}" type="presParOf" srcId="{07F1F90B-D8C0-4BDA-9BC6-2DDEE6C79A64}" destId="{1C3462FE-8176-4510-A846-3E35331C0766}" srcOrd="1" destOrd="0" presId="urn:microsoft.com/office/officeart/2008/layout/LinedList"/>
    <dgm:cxn modelId="{DD871ADE-897C-4055-81E1-C01BCF20D617}" type="presParOf" srcId="{65BA32EF-8BC0-495C-8D63-3B721F52D239}" destId="{30ED46FC-9AEB-4979-B05B-B67C5C27E7AD}" srcOrd="24" destOrd="0" presId="urn:microsoft.com/office/officeart/2008/layout/LinedList"/>
    <dgm:cxn modelId="{2D0A39DD-4E05-4A30-BD32-CBFD47E90C2F}" type="presParOf" srcId="{65BA32EF-8BC0-495C-8D63-3B721F52D239}" destId="{E0F4ADC8-43C0-4636-8E39-37CA3B8F3CAF}" srcOrd="25" destOrd="0" presId="urn:microsoft.com/office/officeart/2008/layout/LinedList"/>
    <dgm:cxn modelId="{82F362BA-0C17-443D-A17E-10764FB95232}" type="presParOf" srcId="{E0F4ADC8-43C0-4636-8E39-37CA3B8F3CAF}" destId="{BA1FD4A0-A702-474C-A330-8281382A5A09}" srcOrd="0" destOrd="0" presId="urn:microsoft.com/office/officeart/2008/layout/LinedList"/>
    <dgm:cxn modelId="{74AE0E68-0BE6-4C6B-BA76-E4AB2810B6C0}" type="presParOf" srcId="{E0F4ADC8-43C0-4636-8E39-37CA3B8F3CAF}" destId="{4A987820-E41A-4EB5-9E5B-F27C9A98DDC8}" srcOrd="1" destOrd="0" presId="urn:microsoft.com/office/officeart/2008/layout/LinedList"/>
    <dgm:cxn modelId="{4C00EB35-1030-4C3C-9081-5DB8F5428AF5}" type="presParOf" srcId="{65BA32EF-8BC0-495C-8D63-3B721F52D239}" destId="{0C8B9CEC-B4DE-4C97-9A31-A15E6B7C0C72}" srcOrd="26" destOrd="0" presId="urn:microsoft.com/office/officeart/2008/layout/LinedList"/>
    <dgm:cxn modelId="{43FDDDB0-56AB-42F2-B342-9655D0BD7DCA}" type="presParOf" srcId="{65BA32EF-8BC0-495C-8D63-3B721F52D239}" destId="{6399444F-42ED-4E00-A061-6960118D440E}" srcOrd="27" destOrd="0" presId="urn:microsoft.com/office/officeart/2008/layout/LinedList"/>
    <dgm:cxn modelId="{251ECD32-ED26-4FD0-86C0-DF866995D946}" type="presParOf" srcId="{6399444F-42ED-4E00-A061-6960118D440E}" destId="{93421B86-753E-4D1A-B8E4-8A57C8133411}" srcOrd="0" destOrd="0" presId="urn:microsoft.com/office/officeart/2008/layout/LinedList"/>
    <dgm:cxn modelId="{E8A29143-1767-4895-95BD-C1F582B826E9}" type="presParOf" srcId="{6399444F-42ED-4E00-A061-6960118D440E}" destId="{259691E7-7404-47A6-9383-C40EFF524E2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5BA355-23B1-4334-A7D8-BE6EB347F97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3891997-361D-43DC-AAD2-97663A4994A4}">
      <dgm:prSet custT="1"/>
      <dgm:spPr/>
      <dgm:t>
        <a:bodyPr/>
        <a:lstStyle/>
        <a:p>
          <a:r>
            <a:rPr lang="en-US" sz="1600" dirty="0"/>
            <a:t>                 </a:t>
          </a:r>
          <a:r>
            <a:rPr lang="en-US" sz="1600" dirty="0" err="1"/>
            <a:t>city_development_index</a:t>
          </a:r>
          <a:r>
            <a:rPr lang="en-US" sz="1600" dirty="0"/>
            <a:t>           </a:t>
          </a:r>
          <a:r>
            <a:rPr lang="en-US" sz="1600" dirty="0" err="1"/>
            <a:t>training_hours</a:t>
          </a:r>
          <a:r>
            <a:rPr lang="en-US" sz="1600" dirty="0"/>
            <a:t>	    target</a:t>
          </a:r>
        </a:p>
      </dgm:t>
    </dgm:pt>
    <dgm:pt modelId="{130B1950-D1FD-4B94-A6B9-505EBDECCB4B}" type="parTrans" cxnId="{E5245893-E097-498B-92B7-ABE81DF188BC}">
      <dgm:prSet/>
      <dgm:spPr/>
      <dgm:t>
        <a:bodyPr/>
        <a:lstStyle/>
        <a:p>
          <a:endParaRPr lang="en-US" sz="4000"/>
        </a:p>
      </dgm:t>
    </dgm:pt>
    <dgm:pt modelId="{282559CE-F678-4481-961A-276EE688D1D4}" type="sibTrans" cxnId="{E5245893-E097-498B-92B7-ABE81DF188BC}">
      <dgm:prSet/>
      <dgm:spPr/>
      <dgm:t>
        <a:bodyPr/>
        <a:lstStyle/>
        <a:p>
          <a:endParaRPr lang="en-US" sz="4000"/>
        </a:p>
      </dgm:t>
    </dgm:pt>
    <dgm:pt modelId="{E409657C-6716-479C-BFEE-1EB60B656693}">
      <dgm:prSet custT="1"/>
      <dgm:spPr/>
      <dgm:t>
        <a:bodyPr/>
        <a:lstStyle/>
        <a:p>
          <a:r>
            <a:rPr lang="en-US" sz="1600" dirty="0"/>
            <a:t>count	21287.000000	                           21287.000000	    21287.000000</a:t>
          </a:r>
        </a:p>
      </dgm:t>
    </dgm:pt>
    <dgm:pt modelId="{F948DC97-8E58-40E1-A91B-F390135D0C11}" type="parTrans" cxnId="{E58DE062-8AFA-40F2-BFCD-B64B24497297}">
      <dgm:prSet/>
      <dgm:spPr/>
      <dgm:t>
        <a:bodyPr/>
        <a:lstStyle/>
        <a:p>
          <a:endParaRPr lang="en-US" sz="4000"/>
        </a:p>
      </dgm:t>
    </dgm:pt>
    <dgm:pt modelId="{4AE55448-5A88-4F1E-BFD0-E8B3DAC100B8}" type="sibTrans" cxnId="{E58DE062-8AFA-40F2-BFCD-B64B24497297}">
      <dgm:prSet/>
      <dgm:spPr/>
      <dgm:t>
        <a:bodyPr/>
        <a:lstStyle/>
        <a:p>
          <a:endParaRPr lang="en-US" sz="4000"/>
        </a:p>
      </dgm:t>
    </dgm:pt>
    <dgm:pt modelId="{8219CC7E-4002-4F3A-B63E-FDEAC20667B1}">
      <dgm:prSet custT="1"/>
      <dgm:spPr/>
      <dgm:t>
        <a:bodyPr/>
        <a:lstStyle/>
        <a:p>
          <a:r>
            <a:rPr lang="en-US" sz="1600" dirty="0"/>
            <a:t>mean	0.828462	                            65.328510	                       0.274416</a:t>
          </a:r>
        </a:p>
      </dgm:t>
    </dgm:pt>
    <dgm:pt modelId="{18772E85-11E1-4E2F-BF5A-338B9C33726C}" type="parTrans" cxnId="{32400BDD-91DA-4CBD-8D9C-DD11B52B3994}">
      <dgm:prSet/>
      <dgm:spPr/>
      <dgm:t>
        <a:bodyPr/>
        <a:lstStyle/>
        <a:p>
          <a:endParaRPr lang="en-US" sz="4000"/>
        </a:p>
      </dgm:t>
    </dgm:pt>
    <dgm:pt modelId="{C4A344D6-CD0D-4F8A-A4E0-F9EAB00E8CD8}" type="sibTrans" cxnId="{32400BDD-91DA-4CBD-8D9C-DD11B52B3994}">
      <dgm:prSet/>
      <dgm:spPr/>
      <dgm:t>
        <a:bodyPr/>
        <a:lstStyle/>
        <a:p>
          <a:endParaRPr lang="en-US" sz="4000"/>
        </a:p>
      </dgm:t>
    </dgm:pt>
    <dgm:pt modelId="{BDE3B150-AD50-4B42-A4EA-FF34C2D8F8C2}">
      <dgm:prSet custT="1"/>
      <dgm:spPr/>
      <dgm:t>
        <a:bodyPr/>
        <a:lstStyle/>
        <a:p>
          <a:r>
            <a:rPr lang="en-US" sz="1600" dirty="0"/>
            <a:t>std	0.123537	                             60.075201	                       0.417273</a:t>
          </a:r>
        </a:p>
      </dgm:t>
    </dgm:pt>
    <dgm:pt modelId="{17FF7126-31C0-42D5-813E-9C9D22F87768}" type="parTrans" cxnId="{9599B9E7-631B-4A1C-9156-189FA11D083C}">
      <dgm:prSet/>
      <dgm:spPr/>
      <dgm:t>
        <a:bodyPr/>
        <a:lstStyle/>
        <a:p>
          <a:endParaRPr lang="en-US" sz="4000"/>
        </a:p>
      </dgm:t>
    </dgm:pt>
    <dgm:pt modelId="{BAB13DBD-85B1-457C-B35A-BBC4349579E8}" type="sibTrans" cxnId="{9599B9E7-631B-4A1C-9156-189FA11D083C}">
      <dgm:prSet/>
      <dgm:spPr/>
      <dgm:t>
        <a:bodyPr/>
        <a:lstStyle/>
        <a:p>
          <a:endParaRPr lang="en-US" sz="4000"/>
        </a:p>
      </dgm:t>
    </dgm:pt>
    <dgm:pt modelId="{053BED30-D57F-4150-9152-98420A305846}">
      <dgm:prSet custT="1"/>
      <dgm:spPr/>
      <dgm:t>
        <a:bodyPr/>
        <a:lstStyle/>
        <a:p>
          <a:r>
            <a:rPr lang="en-US" sz="1600" dirty="0"/>
            <a:t>min	0.448000                                          1.000000	                       0.000000</a:t>
          </a:r>
        </a:p>
      </dgm:t>
    </dgm:pt>
    <dgm:pt modelId="{2C13622F-C220-46B9-9E9D-3E012EEB4F54}" type="parTrans" cxnId="{6717559B-5503-42CA-95EC-D32A8294B8F5}">
      <dgm:prSet/>
      <dgm:spPr/>
      <dgm:t>
        <a:bodyPr/>
        <a:lstStyle/>
        <a:p>
          <a:endParaRPr lang="en-US" sz="4000"/>
        </a:p>
      </dgm:t>
    </dgm:pt>
    <dgm:pt modelId="{9EFD5BCD-FAA7-4A6B-8996-6D33E4A22A54}" type="sibTrans" cxnId="{6717559B-5503-42CA-95EC-D32A8294B8F5}">
      <dgm:prSet/>
      <dgm:spPr/>
      <dgm:t>
        <a:bodyPr/>
        <a:lstStyle/>
        <a:p>
          <a:endParaRPr lang="en-US" sz="4000"/>
        </a:p>
      </dgm:t>
    </dgm:pt>
    <dgm:pt modelId="{993E0478-2DCA-453C-9E51-25158A362C5A}">
      <dgm:prSet custT="1"/>
      <dgm:spPr/>
      <dgm:t>
        <a:bodyPr/>
        <a:lstStyle/>
        <a:p>
          <a:r>
            <a:rPr lang="en-US" sz="1600" dirty="0"/>
            <a:t>25%	0.739000	                             23.000000	                       0.000000</a:t>
          </a:r>
        </a:p>
      </dgm:t>
    </dgm:pt>
    <dgm:pt modelId="{9F22EBE8-E151-44F9-AA6C-3552117A19FA}" type="parTrans" cxnId="{A45C3E78-D773-47F6-BD97-5CC837F3D63B}">
      <dgm:prSet/>
      <dgm:spPr/>
      <dgm:t>
        <a:bodyPr/>
        <a:lstStyle/>
        <a:p>
          <a:endParaRPr lang="en-US" sz="4000"/>
        </a:p>
      </dgm:t>
    </dgm:pt>
    <dgm:pt modelId="{4839C880-75E9-4A5B-B19F-0AB7CF37B7A3}" type="sibTrans" cxnId="{A45C3E78-D773-47F6-BD97-5CC837F3D63B}">
      <dgm:prSet/>
      <dgm:spPr/>
      <dgm:t>
        <a:bodyPr/>
        <a:lstStyle/>
        <a:p>
          <a:endParaRPr lang="en-US" sz="4000"/>
        </a:p>
      </dgm:t>
    </dgm:pt>
    <dgm:pt modelId="{007C52AD-85BC-4816-9771-276FCF5A597C}">
      <dgm:prSet custT="1"/>
      <dgm:spPr/>
      <dgm:t>
        <a:bodyPr/>
        <a:lstStyle/>
        <a:p>
          <a:r>
            <a:rPr lang="en-US" sz="1600" dirty="0"/>
            <a:t>50%	0.903000                                            47.000000                      0.000000</a:t>
          </a:r>
        </a:p>
      </dgm:t>
    </dgm:pt>
    <dgm:pt modelId="{05C2819B-D034-492B-89DA-7738C077FDBD}" type="parTrans" cxnId="{0C86BC95-347F-41A5-8A77-9BF66CFAB468}">
      <dgm:prSet/>
      <dgm:spPr/>
      <dgm:t>
        <a:bodyPr/>
        <a:lstStyle/>
        <a:p>
          <a:endParaRPr lang="en-US" sz="4000"/>
        </a:p>
      </dgm:t>
    </dgm:pt>
    <dgm:pt modelId="{CC31B448-2EF4-4FC9-B92C-47417CB76D5E}" type="sibTrans" cxnId="{0C86BC95-347F-41A5-8A77-9BF66CFAB468}">
      <dgm:prSet/>
      <dgm:spPr/>
      <dgm:t>
        <a:bodyPr/>
        <a:lstStyle/>
        <a:p>
          <a:endParaRPr lang="en-US" sz="4000"/>
        </a:p>
      </dgm:t>
    </dgm:pt>
    <dgm:pt modelId="{87DF2D5F-FF7A-4761-B417-258D2F51FF5F}">
      <dgm:prSet custT="1"/>
      <dgm:spPr/>
      <dgm:t>
        <a:bodyPr/>
        <a:lstStyle/>
        <a:p>
          <a:r>
            <a:rPr lang="en-US" sz="1600" dirty="0"/>
            <a:t>75%	0.920000	                              88.000000               	    0.500000</a:t>
          </a:r>
        </a:p>
      </dgm:t>
    </dgm:pt>
    <dgm:pt modelId="{C0AC00F3-C4F1-4A54-85AD-0811A4398D2A}" type="parTrans" cxnId="{957CAFB3-DF07-4201-8CA5-C758A64D3F74}">
      <dgm:prSet/>
      <dgm:spPr/>
      <dgm:t>
        <a:bodyPr/>
        <a:lstStyle/>
        <a:p>
          <a:endParaRPr lang="en-US" sz="4000"/>
        </a:p>
      </dgm:t>
    </dgm:pt>
    <dgm:pt modelId="{8F7CC591-7BE1-4FC7-ACFF-9D56B9023271}" type="sibTrans" cxnId="{957CAFB3-DF07-4201-8CA5-C758A64D3F74}">
      <dgm:prSet/>
      <dgm:spPr/>
      <dgm:t>
        <a:bodyPr/>
        <a:lstStyle/>
        <a:p>
          <a:endParaRPr lang="en-US" sz="4000"/>
        </a:p>
      </dgm:t>
    </dgm:pt>
    <dgm:pt modelId="{2ADEEA01-02CE-4B61-AFF2-085056BE62DA}">
      <dgm:prSet custT="1"/>
      <dgm:spPr/>
      <dgm:t>
        <a:bodyPr/>
        <a:lstStyle/>
        <a:p>
          <a:r>
            <a:rPr lang="en-US" sz="1600" dirty="0"/>
            <a:t>max	0.949000	                              336.000000	     1.000000</a:t>
          </a:r>
        </a:p>
      </dgm:t>
    </dgm:pt>
    <dgm:pt modelId="{A29A53B1-2872-4243-B8EB-4D39140269F0}" type="parTrans" cxnId="{28638F12-1117-4BBC-94B0-0AE7AF02253C}">
      <dgm:prSet/>
      <dgm:spPr/>
      <dgm:t>
        <a:bodyPr/>
        <a:lstStyle/>
        <a:p>
          <a:endParaRPr lang="en-US" sz="4000"/>
        </a:p>
      </dgm:t>
    </dgm:pt>
    <dgm:pt modelId="{940A8F4A-B566-46C0-BEEE-055A84104064}" type="sibTrans" cxnId="{28638F12-1117-4BBC-94B0-0AE7AF02253C}">
      <dgm:prSet/>
      <dgm:spPr/>
      <dgm:t>
        <a:bodyPr/>
        <a:lstStyle/>
        <a:p>
          <a:endParaRPr lang="en-US" sz="4000"/>
        </a:p>
      </dgm:t>
    </dgm:pt>
    <dgm:pt modelId="{D471716E-B105-475D-95B5-9415FF398C81}" type="pres">
      <dgm:prSet presAssocID="{DD5BA355-23B1-4334-A7D8-BE6EB347F97D}" presName="linear" presStyleCnt="0">
        <dgm:presLayoutVars>
          <dgm:animLvl val="lvl"/>
          <dgm:resizeHandles val="exact"/>
        </dgm:presLayoutVars>
      </dgm:prSet>
      <dgm:spPr/>
    </dgm:pt>
    <dgm:pt modelId="{F77652D5-8853-4541-A977-E5AEFC789D3B}" type="pres">
      <dgm:prSet presAssocID="{23891997-361D-43DC-AAD2-97663A4994A4}" presName="parentText" presStyleLbl="node1" presStyleIdx="0" presStyleCnt="9">
        <dgm:presLayoutVars>
          <dgm:chMax val="0"/>
          <dgm:bulletEnabled val="1"/>
        </dgm:presLayoutVars>
      </dgm:prSet>
      <dgm:spPr/>
    </dgm:pt>
    <dgm:pt modelId="{B83A1FCB-ECE3-49C0-B9CC-060334B4F22E}" type="pres">
      <dgm:prSet presAssocID="{282559CE-F678-4481-961A-276EE688D1D4}" presName="spacer" presStyleCnt="0"/>
      <dgm:spPr/>
    </dgm:pt>
    <dgm:pt modelId="{A00A3F6F-89EB-46D8-9B54-BD93EC0A8B4D}" type="pres">
      <dgm:prSet presAssocID="{E409657C-6716-479C-BFEE-1EB60B656693}" presName="parentText" presStyleLbl="node1" presStyleIdx="1" presStyleCnt="9">
        <dgm:presLayoutVars>
          <dgm:chMax val="0"/>
          <dgm:bulletEnabled val="1"/>
        </dgm:presLayoutVars>
      </dgm:prSet>
      <dgm:spPr/>
    </dgm:pt>
    <dgm:pt modelId="{157F7C0B-B2AE-4271-A4BE-84DF4586718E}" type="pres">
      <dgm:prSet presAssocID="{4AE55448-5A88-4F1E-BFD0-E8B3DAC100B8}" presName="spacer" presStyleCnt="0"/>
      <dgm:spPr/>
    </dgm:pt>
    <dgm:pt modelId="{05C64F88-A6C1-41AB-87EE-61F2874ED19F}" type="pres">
      <dgm:prSet presAssocID="{8219CC7E-4002-4F3A-B63E-FDEAC20667B1}" presName="parentText" presStyleLbl="node1" presStyleIdx="2" presStyleCnt="9">
        <dgm:presLayoutVars>
          <dgm:chMax val="0"/>
          <dgm:bulletEnabled val="1"/>
        </dgm:presLayoutVars>
      </dgm:prSet>
      <dgm:spPr/>
    </dgm:pt>
    <dgm:pt modelId="{08B0B343-8C83-4051-B9D9-7A25608FF5F0}" type="pres">
      <dgm:prSet presAssocID="{C4A344D6-CD0D-4F8A-A4E0-F9EAB00E8CD8}" presName="spacer" presStyleCnt="0"/>
      <dgm:spPr/>
    </dgm:pt>
    <dgm:pt modelId="{168B8113-7AA3-4F07-A692-64D988F544F0}" type="pres">
      <dgm:prSet presAssocID="{BDE3B150-AD50-4B42-A4EA-FF34C2D8F8C2}" presName="parentText" presStyleLbl="node1" presStyleIdx="3" presStyleCnt="9">
        <dgm:presLayoutVars>
          <dgm:chMax val="0"/>
          <dgm:bulletEnabled val="1"/>
        </dgm:presLayoutVars>
      </dgm:prSet>
      <dgm:spPr/>
    </dgm:pt>
    <dgm:pt modelId="{B5250C8A-2AD4-4FD8-83C8-6DB98A987797}" type="pres">
      <dgm:prSet presAssocID="{BAB13DBD-85B1-457C-B35A-BBC4349579E8}" presName="spacer" presStyleCnt="0"/>
      <dgm:spPr/>
    </dgm:pt>
    <dgm:pt modelId="{252BD45D-184E-4EDF-9DF2-3C69D2970C85}" type="pres">
      <dgm:prSet presAssocID="{053BED30-D57F-4150-9152-98420A305846}" presName="parentText" presStyleLbl="node1" presStyleIdx="4" presStyleCnt="9">
        <dgm:presLayoutVars>
          <dgm:chMax val="0"/>
          <dgm:bulletEnabled val="1"/>
        </dgm:presLayoutVars>
      </dgm:prSet>
      <dgm:spPr/>
    </dgm:pt>
    <dgm:pt modelId="{82387775-4917-4E7A-92A5-0AAE096EB05E}" type="pres">
      <dgm:prSet presAssocID="{9EFD5BCD-FAA7-4A6B-8996-6D33E4A22A54}" presName="spacer" presStyleCnt="0"/>
      <dgm:spPr/>
    </dgm:pt>
    <dgm:pt modelId="{F634D0EF-DA61-4F87-AB15-602ACBB40C27}" type="pres">
      <dgm:prSet presAssocID="{993E0478-2DCA-453C-9E51-25158A362C5A}" presName="parentText" presStyleLbl="node1" presStyleIdx="5" presStyleCnt="9">
        <dgm:presLayoutVars>
          <dgm:chMax val="0"/>
          <dgm:bulletEnabled val="1"/>
        </dgm:presLayoutVars>
      </dgm:prSet>
      <dgm:spPr/>
    </dgm:pt>
    <dgm:pt modelId="{01C817E2-6748-4EB8-93DE-08ECC1A530CC}" type="pres">
      <dgm:prSet presAssocID="{4839C880-75E9-4A5B-B19F-0AB7CF37B7A3}" presName="spacer" presStyleCnt="0"/>
      <dgm:spPr/>
    </dgm:pt>
    <dgm:pt modelId="{E80B64F3-76B2-4CD3-83AF-7B79668B943B}" type="pres">
      <dgm:prSet presAssocID="{007C52AD-85BC-4816-9771-276FCF5A597C}" presName="parentText" presStyleLbl="node1" presStyleIdx="6" presStyleCnt="9">
        <dgm:presLayoutVars>
          <dgm:chMax val="0"/>
          <dgm:bulletEnabled val="1"/>
        </dgm:presLayoutVars>
      </dgm:prSet>
      <dgm:spPr/>
    </dgm:pt>
    <dgm:pt modelId="{1981E4F5-2CA1-440B-8EE4-B4EF9DC7E363}" type="pres">
      <dgm:prSet presAssocID="{CC31B448-2EF4-4FC9-B92C-47417CB76D5E}" presName="spacer" presStyleCnt="0"/>
      <dgm:spPr/>
    </dgm:pt>
    <dgm:pt modelId="{8ED008BB-5485-47D1-8449-E78330044893}" type="pres">
      <dgm:prSet presAssocID="{87DF2D5F-FF7A-4761-B417-258D2F51FF5F}" presName="parentText" presStyleLbl="node1" presStyleIdx="7" presStyleCnt="9">
        <dgm:presLayoutVars>
          <dgm:chMax val="0"/>
          <dgm:bulletEnabled val="1"/>
        </dgm:presLayoutVars>
      </dgm:prSet>
      <dgm:spPr/>
    </dgm:pt>
    <dgm:pt modelId="{03ED2C63-2490-4E3C-99CA-532DD7C4C38D}" type="pres">
      <dgm:prSet presAssocID="{8F7CC591-7BE1-4FC7-ACFF-9D56B9023271}" presName="spacer" presStyleCnt="0"/>
      <dgm:spPr/>
    </dgm:pt>
    <dgm:pt modelId="{2F742F26-FBAE-460F-89F8-AC257FBBFCA3}" type="pres">
      <dgm:prSet presAssocID="{2ADEEA01-02CE-4B61-AFF2-085056BE62DA}" presName="parentText" presStyleLbl="node1" presStyleIdx="8" presStyleCnt="9">
        <dgm:presLayoutVars>
          <dgm:chMax val="0"/>
          <dgm:bulletEnabled val="1"/>
        </dgm:presLayoutVars>
      </dgm:prSet>
      <dgm:spPr/>
    </dgm:pt>
  </dgm:ptLst>
  <dgm:cxnLst>
    <dgm:cxn modelId="{5FD51002-2BCD-4E59-8BB7-85CF50D636D9}" type="presOf" srcId="{87DF2D5F-FF7A-4761-B417-258D2F51FF5F}" destId="{8ED008BB-5485-47D1-8449-E78330044893}" srcOrd="0" destOrd="0" presId="urn:microsoft.com/office/officeart/2005/8/layout/vList2"/>
    <dgm:cxn modelId="{28638F12-1117-4BBC-94B0-0AE7AF02253C}" srcId="{DD5BA355-23B1-4334-A7D8-BE6EB347F97D}" destId="{2ADEEA01-02CE-4B61-AFF2-085056BE62DA}" srcOrd="8" destOrd="0" parTransId="{A29A53B1-2872-4243-B8EB-4D39140269F0}" sibTransId="{940A8F4A-B566-46C0-BEEE-055A84104064}"/>
    <dgm:cxn modelId="{5B23932C-D8DE-4752-A47B-229E15833EE8}" type="presOf" srcId="{053BED30-D57F-4150-9152-98420A305846}" destId="{252BD45D-184E-4EDF-9DF2-3C69D2970C85}" srcOrd="0" destOrd="0" presId="urn:microsoft.com/office/officeart/2005/8/layout/vList2"/>
    <dgm:cxn modelId="{4EC18D5B-A44F-4003-A293-38D77A9D56F1}" type="presOf" srcId="{007C52AD-85BC-4816-9771-276FCF5A597C}" destId="{E80B64F3-76B2-4CD3-83AF-7B79668B943B}" srcOrd="0" destOrd="0" presId="urn:microsoft.com/office/officeart/2005/8/layout/vList2"/>
    <dgm:cxn modelId="{E58DE062-8AFA-40F2-BFCD-B64B24497297}" srcId="{DD5BA355-23B1-4334-A7D8-BE6EB347F97D}" destId="{E409657C-6716-479C-BFEE-1EB60B656693}" srcOrd="1" destOrd="0" parTransId="{F948DC97-8E58-40E1-A91B-F390135D0C11}" sibTransId="{4AE55448-5A88-4F1E-BFD0-E8B3DAC100B8}"/>
    <dgm:cxn modelId="{A45C3E78-D773-47F6-BD97-5CC837F3D63B}" srcId="{DD5BA355-23B1-4334-A7D8-BE6EB347F97D}" destId="{993E0478-2DCA-453C-9E51-25158A362C5A}" srcOrd="5" destOrd="0" parTransId="{9F22EBE8-E151-44F9-AA6C-3552117A19FA}" sibTransId="{4839C880-75E9-4A5B-B19F-0AB7CF37B7A3}"/>
    <dgm:cxn modelId="{74332C88-2218-46EC-855D-3D2F37F80548}" type="presOf" srcId="{23891997-361D-43DC-AAD2-97663A4994A4}" destId="{F77652D5-8853-4541-A977-E5AEFC789D3B}" srcOrd="0" destOrd="0" presId="urn:microsoft.com/office/officeart/2005/8/layout/vList2"/>
    <dgm:cxn modelId="{E5245893-E097-498B-92B7-ABE81DF188BC}" srcId="{DD5BA355-23B1-4334-A7D8-BE6EB347F97D}" destId="{23891997-361D-43DC-AAD2-97663A4994A4}" srcOrd="0" destOrd="0" parTransId="{130B1950-D1FD-4B94-A6B9-505EBDECCB4B}" sibTransId="{282559CE-F678-4481-961A-276EE688D1D4}"/>
    <dgm:cxn modelId="{5079C294-157F-4D59-AC7F-5DECA46D87C6}" type="presOf" srcId="{DD5BA355-23B1-4334-A7D8-BE6EB347F97D}" destId="{D471716E-B105-475D-95B5-9415FF398C81}" srcOrd="0" destOrd="0" presId="urn:microsoft.com/office/officeart/2005/8/layout/vList2"/>
    <dgm:cxn modelId="{0C86BC95-347F-41A5-8A77-9BF66CFAB468}" srcId="{DD5BA355-23B1-4334-A7D8-BE6EB347F97D}" destId="{007C52AD-85BC-4816-9771-276FCF5A597C}" srcOrd="6" destOrd="0" parTransId="{05C2819B-D034-492B-89DA-7738C077FDBD}" sibTransId="{CC31B448-2EF4-4FC9-B92C-47417CB76D5E}"/>
    <dgm:cxn modelId="{6717559B-5503-42CA-95EC-D32A8294B8F5}" srcId="{DD5BA355-23B1-4334-A7D8-BE6EB347F97D}" destId="{053BED30-D57F-4150-9152-98420A305846}" srcOrd="4" destOrd="0" parTransId="{2C13622F-C220-46B9-9E9D-3E012EEB4F54}" sibTransId="{9EFD5BCD-FAA7-4A6B-8996-6D33E4A22A54}"/>
    <dgm:cxn modelId="{7AE8649C-1D06-4C9D-B1A9-AC8717FD89D2}" type="presOf" srcId="{8219CC7E-4002-4F3A-B63E-FDEAC20667B1}" destId="{05C64F88-A6C1-41AB-87EE-61F2874ED19F}" srcOrd="0" destOrd="0" presId="urn:microsoft.com/office/officeart/2005/8/layout/vList2"/>
    <dgm:cxn modelId="{957CAFB3-DF07-4201-8CA5-C758A64D3F74}" srcId="{DD5BA355-23B1-4334-A7D8-BE6EB347F97D}" destId="{87DF2D5F-FF7A-4761-B417-258D2F51FF5F}" srcOrd="7" destOrd="0" parTransId="{C0AC00F3-C4F1-4A54-85AD-0811A4398D2A}" sibTransId="{8F7CC591-7BE1-4FC7-ACFF-9D56B9023271}"/>
    <dgm:cxn modelId="{B6A9D4C0-2EAD-489E-8CEE-AE4A130420D4}" type="presOf" srcId="{2ADEEA01-02CE-4B61-AFF2-085056BE62DA}" destId="{2F742F26-FBAE-460F-89F8-AC257FBBFCA3}" srcOrd="0" destOrd="0" presId="urn:microsoft.com/office/officeart/2005/8/layout/vList2"/>
    <dgm:cxn modelId="{32400BDD-91DA-4CBD-8D9C-DD11B52B3994}" srcId="{DD5BA355-23B1-4334-A7D8-BE6EB347F97D}" destId="{8219CC7E-4002-4F3A-B63E-FDEAC20667B1}" srcOrd="2" destOrd="0" parTransId="{18772E85-11E1-4E2F-BF5A-338B9C33726C}" sibTransId="{C4A344D6-CD0D-4F8A-A4E0-F9EAB00E8CD8}"/>
    <dgm:cxn modelId="{E34A26E4-96CB-426B-8540-8D872D450CBC}" type="presOf" srcId="{E409657C-6716-479C-BFEE-1EB60B656693}" destId="{A00A3F6F-89EB-46D8-9B54-BD93EC0A8B4D}" srcOrd="0" destOrd="0" presId="urn:microsoft.com/office/officeart/2005/8/layout/vList2"/>
    <dgm:cxn modelId="{9599B9E7-631B-4A1C-9156-189FA11D083C}" srcId="{DD5BA355-23B1-4334-A7D8-BE6EB347F97D}" destId="{BDE3B150-AD50-4B42-A4EA-FF34C2D8F8C2}" srcOrd="3" destOrd="0" parTransId="{17FF7126-31C0-42D5-813E-9C9D22F87768}" sibTransId="{BAB13DBD-85B1-457C-B35A-BBC4349579E8}"/>
    <dgm:cxn modelId="{A86245E9-44D8-4460-84AA-F4BD8B193971}" type="presOf" srcId="{BDE3B150-AD50-4B42-A4EA-FF34C2D8F8C2}" destId="{168B8113-7AA3-4F07-A692-64D988F544F0}" srcOrd="0" destOrd="0" presId="urn:microsoft.com/office/officeart/2005/8/layout/vList2"/>
    <dgm:cxn modelId="{3C1157F1-45B0-4DB6-A77F-9CB1B92B92D6}" type="presOf" srcId="{993E0478-2DCA-453C-9E51-25158A362C5A}" destId="{F634D0EF-DA61-4F87-AB15-602ACBB40C27}" srcOrd="0" destOrd="0" presId="urn:microsoft.com/office/officeart/2005/8/layout/vList2"/>
    <dgm:cxn modelId="{75286134-B374-4FDE-8A91-33BCF425A83F}" type="presParOf" srcId="{D471716E-B105-475D-95B5-9415FF398C81}" destId="{F77652D5-8853-4541-A977-E5AEFC789D3B}" srcOrd="0" destOrd="0" presId="urn:microsoft.com/office/officeart/2005/8/layout/vList2"/>
    <dgm:cxn modelId="{F67C1180-EEC7-451A-96BF-053A35081729}" type="presParOf" srcId="{D471716E-B105-475D-95B5-9415FF398C81}" destId="{B83A1FCB-ECE3-49C0-B9CC-060334B4F22E}" srcOrd="1" destOrd="0" presId="urn:microsoft.com/office/officeart/2005/8/layout/vList2"/>
    <dgm:cxn modelId="{2AF7C423-9DE2-484A-BA6F-E80485202B34}" type="presParOf" srcId="{D471716E-B105-475D-95B5-9415FF398C81}" destId="{A00A3F6F-89EB-46D8-9B54-BD93EC0A8B4D}" srcOrd="2" destOrd="0" presId="urn:microsoft.com/office/officeart/2005/8/layout/vList2"/>
    <dgm:cxn modelId="{8C7A71DF-68CA-4BF7-990C-8AE6299D9381}" type="presParOf" srcId="{D471716E-B105-475D-95B5-9415FF398C81}" destId="{157F7C0B-B2AE-4271-A4BE-84DF4586718E}" srcOrd="3" destOrd="0" presId="urn:microsoft.com/office/officeart/2005/8/layout/vList2"/>
    <dgm:cxn modelId="{5FE32E30-A4C3-4692-A11C-8864F0690132}" type="presParOf" srcId="{D471716E-B105-475D-95B5-9415FF398C81}" destId="{05C64F88-A6C1-41AB-87EE-61F2874ED19F}" srcOrd="4" destOrd="0" presId="urn:microsoft.com/office/officeart/2005/8/layout/vList2"/>
    <dgm:cxn modelId="{AA75A502-A799-468C-B701-BF9E258B8D8E}" type="presParOf" srcId="{D471716E-B105-475D-95B5-9415FF398C81}" destId="{08B0B343-8C83-4051-B9D9-7A25608FF5F0}" srcOrd="5" destOrd="0" presId="urn:microsoft.com/office/officeart/2005/8/layout/vList2"/>
    <dgm:cxn modelId="{A66A0809-CD80-4A9D-B1EB-675E5A440567}" type="presParOf" srcId="{D471716E-B105-475D-95B5-9415FF398C81}" destId="{168B8113-7AA3-4F07-A692-64D988F544F0}" srcOrd="6" destOrd="0" presId="urn:microsoft.com/office/officeart/2005/8/layout/vList2"/>
    <dgm:cxn modelId="{50881401-135A-484B-9AED-BE60B1A2E3F3}" type="presParOf" srcId="{D471716E-B105-475D-95B5-9415FF398C81}" destId="{B5250C8A-2AD4-4FD8-83C8-6DB98A987797}" srcOrd="7" destOrd="0" presId="urn:microsoft.com/office/officeart/2005/8/layout/vList2"/>
    <dgm:cxn modelId="{A3FF014B-BE45-4AC3-9F74-49266944F85D}" type="presParOf" srcId="{D471716E-B105-475D-95B5-9415FF398C81}" destId="{252BD45D-184E-4EDF-9DF2-3C69D2970C85}" srcOrd="8" destOrd="0" presId="urn:microsoft.com/office/officeart/2005/8/layout/vList2"/>
    <dgm:cxn modelId="{68E31587-81DD-4C47-BD6A-E31CEDD6B9A4}" type="presParOf" srcId="{D471716E-B105-475D-95B5-9415FF398C81}" destId="{82387775-4917-4E7A-92A5-0AAE096EB05E}" srcOrd="9" destOrd="0" presId="urn:microsoft.com/office/officeart/2005/8/layout/vList2"/>
    <dgm:cxn modelId="{2AE17BF0-6E75-4F95-9694-A9E5C8E99D2C}" type="presParOf" srcId="{D471716E-B105-475D-95B5-9415FF398C81}" destId="{F634D0EF-DA61-4F87-AB15-602ACBB40C27}" srcOrd="10" destOrd="0" presId="urn:microsoft.com/office/officeart/2005/8/layout/vList2"/>
    <dgm:cxn modelId="{52F614A7-0EB8-47FB-A570-1052AF1004CF}" type="presParOf" srcId="{D471716E-B105-475D-95B5-9415FF398C81}" destId="{01C817E2-6748-4EB8-93DE-08ECC1A530CC}" srcOrd="11" destOrd="0" presId="urn:microsoft.com/office/officeart/2005/8/layout/vList2"/>
    <dgm:cxn modelId="{734EDA50-FCCD-44B9-A10D-6CBF4743FDFC}" type="presParOf" srcId="{D471716E-B105-475D-95B5-9415FF398C81}" destId="{E80B64F3-76B2-4CD3-83AF-7B79668B943B}" srcOrd="12" destOrd="0" presId="urn:microsoft.com/office/officeart/2005/8/layout/vList2"/>
    <dgm:cxn modelId="{B08AE0B5-DDEE-454D-9489-011667A0C25F}" type="presParOf" srcId="{D471716E-B105-475D-95B5-9415FF398C81}" destId="{1981E4F5-2CA1-440B-8EE4-B4EF9DC7E363}" srcOrd="13" destOrd="0" presId="urn:microsoft.com/office/officeart/2005/8/layout/vList2"/>
    <dgm:cxn modelId="{C3B64432-3F14-44E9-BDBE-3DED15338396}" type="presParOf" srcId="{D471716E-B105-475D-95B5-9415FF398C81}" destId="{8ED008BB-5485-47D1-8449-E78330044893}" srcOrd="14" destOrd="0" presId="urn:microsoft.com/office/officeart/2005/8/layout/vList2"/>
    <dgm:cxn modelId="{79081457-091F-43A0-ADD3-B1B813D45BC9}" type="presParOf" srcId="{D471716E-B105-475D-95B5-9415FF398C81}" destId="{03ED2C63-2490-4E3C-99CA-532DD7C4C38D}" srcOrd="15" destOrd="0" presId="urn:microsoft.com/office/officeart/2005/8/layout/vList2"/>
    <dgm:cxn modelId="{16A96FCC-831C-42C5-9D06-B46DF3503DBF}" type="presParOf" srcId="{D471716E-B105-475D-95B5-9415FF398C81}" destId="{2F742F26-FBAE-460F-89F8-AC257FBBFCA3}"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09D3769-8A2E-4B2B-8821-7E2A71214AC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54DF31E-9539-4B6C-9F69-A941937E9EE4}">
      <dgm:prSet/>
      <dgm:spPr/>
      <dgm:t>
        <a:bodyPr/>
        <a:lstStyle/>
        <a:p>
          <a:r>
            <a:rPr lang="en-US"/>
            <a:t>city_development_index             0</a:t>
          </a:r>
        </a:p>
      </dgm:t>
    </dgm:pt>
    <dgm:pt modelId="{28A20618-B542-4860-AA92-37C414F74EB2}" type="parTrans" cxnId="{B1C3DFEF-14DB-465E-A843-1936DD5A8563}">
      <dgm:prSet/>
      <dgm:spPr/>
      <dgm:t>
        <a:bodyPr/>
        <a:lstStyle/>
        <a:p>
          <a:endParaRPr lang="en-US"/>
        </a:p>
      </dgm:t>
    </dgm:pt>
    <dgm:pt modelId="{89816BC7-90CC-49A5-BA49-69B4ECB5C4D6}" type="sibTrans" cxnId="{B1C3DFEF-14DB-465E-A843-1936DD5A8563}">
      <dgm:prSet/>
      <dgm:spPr/>
      <dgm:t>
        <a:bodyPr/>
        <a:lstStyle/>
        <a:p>
          <a:endParaRPr lang="en-US"/>
        </a:p>
      </dgm:t>
    </dgm:pt>
    <dgm:pt modelId="{1EB06A9C-97BF-4577-B72D-795B29C7D66C}">
      <dgm:prSet/>
      <dgm:spPr/>
      <dgm:t>
        <a:bodyPr/>
        <a:lstStyle/>
        <a:p>
          <a:r>
            <a:rPr lang="en-US"/>
            <a:t>gender                                          5016</a:t>
          </a:r>
        </a:p>
      </dgm:t>
    </dgm:pt>
    <dgm:pt modelId="{A6792B48-8525-41E3-A359-0CF787E92F6D}" type="parTrans" cxnId="{F604BDFE-67E9-40CD-87B8-5B96994AAA65}">
      <dgm:prSet/>
      <dgm:spPr/>
      <dgm:t>
        <a:bodyPr/>
        <a:lstStyle/>
        <a:p>
          <a:endParaRPr lang="en-US"/>
        </a:p>
      </dgm:t>
    </dgm:pt>
    <dgm:pt modelId="{624585EF-677A-4A5D-AEDC-D014F0815264}" type="sibTrans" cxnId="{F604BDFE-67E9-40CD-87B8-5B96994AAA65}">
      <dgm:prSet/>
      <dgm:spPr/>
      <dgm:t>
        <a:bodyPr/>
        <a:lstStyle/>
        <a:p>
          <a:endParaRPr lang="en-US"/>
        </a:p>
      </dgm:t>
    </dgm:pt>
    <dgm:pt modelId="{E1957285-12B2-4020-9A1D-2C68260E04CD}">
      <dgm:prSet/>
      <dgm:spPr/>
      <dgm:t>
        <a:bodyPr/>
        <a:lstStyle/>
        <a:p>
          <a:r>
            <a:rPr lang="en-US"/>
            <a:t>relevent_experience                     0</a:t>
          </a:r>
        </a:p>
      </dgm:t>
    </dgm:pt>
    <dgm:pt modelId="{B398CE4B-DC02-4D33-91A8-7D7A96B95ED2}" type="parTrans" cxnId="{42F722F4-049D-44F2-80EA-F9FCE5FF94B2}">
      <dgm:prSet/>
      <dgm:spPr/>
      <dgm:t>
        <a:bodyPr/>
        <a:lstStyle/>
        <a:p>
          <a:endParaRPr lang="en-US"/>
        </a:p>
      </dgm:t>
    </dgm:pt>
    <dgm:pt modelId="{741C8F6B-D047-4108-8567-027824517457}" type="sibTrans" cxnId="{42F722F4-049D-44F2-80EA-F9FCE5FF94B2}">
      <dgm:prSet/>
      <dgm:spPr/>
      <dgm:t>
        <a:bodyPr/>
        <a:lstStyle/>
        <a:p>
          <a:endParaRPr lang="en-US"/>
        </a:p>
      </dgm:t>
    </dgm:pt>
    <dgm:pt modelId="{3C6580C7-1D95-4F85-906E-5A36104517C3}">
      <dgm:prSet/>
      <dgm:spPr/>
      <dgm:t>
        <a:bodyPr/>
        <a:lstStyle/>
        <a:p>
          <a:r>
            <a:rPr lang="en-US"/>
            <a:t>enrolled_university                   417</a:t>
          </a:r>
        </a:p>
      </dgm:t>
    </dgm:pt>
    <dgm:pt modelId="{E2953459-7884-43B1-93F0-6754E9906032}" type="parTrans" cxnId="{16BFB410-985B-437B-B971-CFF2F829B8AA}">
      <dgm:prSet/>
      <dgm:spPr/>
      <dgm:t>
        <a:bodyPr/>
        <a:lstStyle/>
        <a:p>
          <a:endParaRPr lang="en-US"/>
        </a:p>
      </dgm:t>
    </dgm:pt>
    <dgm:pt modelId="{88CB29D4-2887-46D1-A9F7-2BC62A38B2DE}" type="sibTrans" cxnId="{16BFB410-985B-437B-B971-CFF2F829B8AA}">
      <dgm:prSet/>
      <dgm:spPr/>
      <dgm:t>
        <a:bodyPr/>
        <a:lstStyle/>
        <a:p>
          <a:endParaRPr lang="en-US"/>
        </a:p>
      </dgm:t>
    </dgm:pt>
    <dgm:pt modelId="{EB5B45A5-BD8A-43B5-B144-94776EC98CA1}">
      <dgm:prSet/>
      <dgm:spPr/>
      <dgm:t>
        <a:bodyPr/>
        <a:lstStyle/>
        <a:p>
          <a:r>
            <a:rPr lang="en-US"/>
            <a:t>education_level                          512</a:t>
          </a:r>
        </a:p>
      </dgm:t>
    </dgm:pt>
    <dgm:pt modelId="{42B84A30-30BA-4DE4-8F90-542BB015FBE5}" type="parTrans" cxnId="{832AC129-05B3-4F8A-B331-F1A86DA387F4}">
      <dgm:prSet/>
      <dgm:spPr/>
      <dgm:t>
        <a:bodyPr/>
        <a:lstStyle/>
        <a:p>
          <a:endParaRPr lang="en-US"/>
        </a:p>
      </dgm:t>
    </dgm:pt>
    <dgm:pt modelId="{C50D44CC-62F8-4C45-A2E6-FF3D60749D72}" type="sibTrans" cxnId="{832AC129-05B3-4F8A-B331-F1A86DA387F4}">
      <dgm:prSet/>
      <dgm:spPr/>
      <dgm:t>
        <a:bodyPr/>
        <a:lstStyle/>
        <a:p>
          <a:endParaRPr lang="en-US"/>
        </a:p>
      </dgm:t>
    </dgm:pt>
    <dgm:pt modelId="{690763AD-5B03-4323-A222-A153E4A795E0}">
      <dgm:prSet/>
      <dgm:spPr/>
      <dgm:t>
        <a:bodyPr/>
        <a:lstStyle/>
        <a:p>
          <a:r>
            <a:rPr lang="en-US"/>
            <a:t>major_discipline                      3125</a:t>
          </a:r>
        </a:p>
      </dgm:t>
    </dgm:pt>
    <dgm:pt modelId="{82442C3A-1E46-49AC-8516-5D5EF2BA1817}" type="parTrans" cxnId="{E105A544-556D-4767-BE67-411E0B3216D9}">
      <dgm:prSet/>
      <dgm:spPr/>
      <dgm:t>
        <a:bodyPr/>
        <a:lstStyle/>
        <a:p>
          <a:endParaRPr lang="en-US"/>
        </a:p>
      </dgm:t>
    </dgm:pt>
    <dgm:pt modelId="{89687BD5-7A11-470C-B08E-CB84A55C3952}" type="sibTrans" cxnId="{E105A544-556D-4767-BE67-411E0B3216D9}">
      <dgm:prSet/>
      <dgm:spPr/>
      <dgm:t>
        <a:bodyPr/>
        <a:lstStyle/>
        <a:p>
          <a:endParaRPr lang="en-US"/>
        </a:p>
      </dgm:t>
    </dgm:pt>
    <dgm:pt modelId="{9A67C727-90BF-4D99-9ED3-3E85FD5A2B55}">
      <dgm:prSet/>
      <dgm:spPr/>
      <dgm:t>
        <a:bodyPr/>
        <a:lstStyle/>
        <a:p>
          <a:r>
            <a:rPr lang="en-US"/>
            <a:t>experience                                        70</a:t>
          </a:r>
        </a:p>
      </dgm:t>
    </dgm:pt>
    <dgm:pt modelId="{1004A5C9-3099-4869-8C33-CC71A94D3A6F}" type="parTrans" cxnId="{9BEFFC60-9B58-4119-9B3A-5761FE7C499D}">
      <dgm:prSet/>
      <dgm:spPr/>
      <dgm:t>
        <a:bodyPr/>
        <a:lstStyle/>
        <a:p>
          <a:endParaRPr lang="en-US"/>
        </a:p>
      </dgm:t>
    </dgm:pt>
    <dgm:pt modelId="{5F611A28-89E5-4286-B8A7-EC328C3169AE}" type="sibTrans" cxnId="{9BEFFC60-9B58-4119-9B3A-5761FE7C499D}">
      <dgm:prSet/>
      <dgm:spPr/>
      <dgm:t>
        <a:bodyPr/>
        <a:lstStyle/>
        <a:p>
          <a:endParaRPr lang="en-US"/>
        </a:p>
      </dgm:t>
    </dgm:pt>
    <dgm:pt modelId="{93ADBBF1-6906-499C-BC39-150ABF940C8C}">
      <dgm:prSet/>
      <dgm:spPr/>
      <dgm:t>
        <a:bodyPr/>
        <a:lstStyle/>
        <a:p>
          <a:r>
            <a:rPr lang="en-US"/>
            <a:t>company_size                            6560</a:t>
          </a:r>
        </a:p>
      </dgm:t>
    </dgm:pt>
    <dgm:pt modelId="{AFCEE0BC-A083-46F2-B6D3-1410711AF284}" type="parTrans" cxnId="{75D67748-6E2A-45B2-A2EA-2D1283FB196B}">
      <dgm:prSet/>
      <dgm:spPr/>
      <dgm:t>
        <a:bodyPr/>
        <a:lstStyle/>
        <a:p>
          <a:endParaRPr lang="en-US"/>
        </a:p>
      </dgm:t>
    </dgm:pt>
    <dgm:pt modelId="{B1E3ACF5-8E2D-4784-9A5A-4C1A30B99857}" type="sibTrans" cxnId="{75D67748-6E2A-45B2-A2EA-2D1283FB196B}">
      <dgm:prSet/>
      <dgm:spPr/>
      <dgm:t>
        <a:bodyPr/>
        <a:lstStyle/>
        <a:p>
          <a:endParaRPr lang="en-US"/>
        </a:p>
      </dgm:t>
    </dgm:pt>
    <dgm:pt modelId="{5102C052-71C8-416F-9C80-D4E2B2CD2E5E}">
      <dgm:prSet/>
      <dgm:spPr/>
      <dgm:t>
        <a:bodyPr/>
        <a:lstStyle/>
        <a:p>
          <a:r>
            <a:rPr lang="en-US"/>
            <a:t>company_type                           6774</a:t>
          </a:r>
        </a:p>
      </dgm:t>
    </dgm:pt>
    <dgm:pt modelId="{D4AE9BEF-FC0B-4BD6-B280-7652AF77479F}" type="parTrans" cxnId="{DBDF809B-2544-48D0-AA28-1B18D48114B9}">
      <dgm:prSet/>
      <dgm:spPr/>
      <dgm:t>
        <a:bodyPr/>
        <a:lstStyle/>
        <a:p>
          <a:endParaRPr lang="en-US"/>
        </a:p>
      </dgm:t>
    </dgm:pt>
    <dgm:pt modelId="{F90D1E33-F2E6-4B80-813C-B9CB15E33FA7}" type="sibTrans" cxnId="{DBDF809B-2544-48D0-AA28-1B18D48114B9}">
      <dgm:prSet/>
      <dgm:spPr/>
      <dgm:t>
        <a:bodyPr/>
        <a:lstStyle/>
        <a:p>
          <a:endParaRPr lang="en-US"/>
        </a:p>
      </dgm:t>
    </dgm:pt>
    <dgm:pt modelId="{778D6747-9B2F-447D-8E7F-638BAC34EC39}">
      <dgm:prSet/>
      <dgm:spPr/>
      <dgm:t>
        <a:bodyPr/>
        <a:lstStyle/>
        <a:p>
          <a:r>
            <a:rPr lang="en-US"/>
            <a:t>last_new_job                                 463</a:t>
          </a:r>
        </a:p>
      </dgm:t>
    </dgm:pt>
    <dgm:pt modelId="{66FB4000-58FF-4A3F-AC3D-048F2E0579C0}" type="parTrans" cxnId="{A9983EE3-5290-462D-9D49-461B6095EF1F}">
      <dgm:prSet/>
      <dgm:spPr/>
      <dgm:t>
        <a:bodyPr/>
        <a:lstStyle/>
        <a:p>
          <a:endParaRPr lang="en-US"/>
        </a:p>
      </dgm:t>
    </dgm:pt>
    <dgm:pt modelId="{D424F2FA-36D7-40B6-8DFD-777B3A4DE2E8}" type="sibTrans" cxnId="{A9983EE3-5290-462D-9D49-461B6095EF1F}">
      <dgm:prSet/>
      <dgm:spPr/>
      <dgm:t>
        <a:bodyPr/>
        <a:lstStyle/>
        <a:p>
          <a:endParaRPr lang="en-US"/>
        </a:p>
      </dgm:t>
    </dgm:pt>
    <dgm:pt modelId="{1F8902C3-0652-45CC-9B1F-66EB7E6D6091}">
      <dgm:prSet/>
      <dgm:spPr/>
      <dgm:t>
        <a:bodyPr/>
        <a:lstStyle/>
        <a:p>
          <a:r>
            <a:rPr lang="en-US"/>
            <a:t>training_hours                                   0</a:t>
          </a:r>
        </a:p>
      </dgm:t>
    </dgm:pt>
    <dgm:pt modelId="{9EB12AAF-4C7D-4627-83DD-CF7451A3FBDC}" type="parTrans" cxnId="{4A5FF149-6F9F-44BC-830A-1D2092837895}">
      <dgm:prSet/>
      <dgm:spPr/>
      <dgm:t>
        <a:bodyPr/>
        <a:lstStyle/>
        <a:p>
          <a:endParaRPr lang="en-US"/>
        </a:p>
      </dgm:t>
    </dgm:pt>
    <dgm:pt modelId="{8C6A0378-4EAE-43C4-9803-A3F70DB04E8D}" type="sibTrans" cxnId="{4A5FF149-6F9F-44BC-830A-1D2092837895}">
      <dgm:prSet/>
      <dgm:spPr/>
      <dgm:t>
        <a:bodyPr/>
        <a:lstStyle/>
        <a:p>
          <a:endParaRPr lang="en-US"/>
        </a:p>
      </dgm:t>
    </dgm:pt>
    <dgm:pt modelId="{F98737C1-568C-4B10-82F2-BA7DC1BD9514}">
      <dgm:prSet/>
      <dgm:spPr/>
      <dgm:t>
        <a:bodyPr/>
        <a:lstStyle/>
        <a:p>
          <a:r>
            <a:rPr lang="en-US"/>
            <a:t>target                                                     0</a:t>
          </a:r>
        </a:p>
      </dgm:t>
    </dgm:pt>
    <dgm:pt modelId="{B8FC5CBA-B6F8-4E9C-B19F-E07BCB5DA6BF}" type="parTrans" cxnId="{9D2A5C02-E8A4-4E21-B0CC-84276A7B04B1}">
      <dgm:prSet/>
      <dgm:spPr/>
      <dgm:t>
        <a:bodyPr/>
        <a:lstStyle/>
        <a:p>
          <a:endParaRPr lang="en-US"/>
        </a:p>
      </dgm:t>
    </dgm:pt>
    <dgm:pt modelId="{BDCD7FF4-ABB2-42D5-8049-71921DDA3467}" type="sibTrans" cxnId="{9D2A5C02-E8A4-4E21-B0CC-84276A7B04B1}">
      <dgm:prSet/>
      <dgm:spPr/>
      <dgm:t>
        <a:bodyPr/>
        <a:lstStyle/>
        <a:p>
          <a:endParaRPr lang="en-US"/>
        </a:p>
      </dgm:t>
    </dgm:pt>
    <dgm:pt modelId="{0D0BB009-52D1-4CBF-9DFA-75BA50B77C91}">
      <dgm:prSet/>
      <dgm:spPr/>
      <dgm:t>
        <a:bodyPr/>
        <a:lstStyle/>
        <a:p>
          <a:r>
            <a:rPr lang="en-US"/>
            <a:t>looking_for_job_change       2129</a:t>
          </a:r>
        </a:p>
      </dgm:t>
    </dgm:pt>
    <dgm:pt modelId="{424C53A5-1161-4523-A3A1-C66F50C7D88D}" type="parTrans" cxnId="{3CCDA075-9B45-4D77-B430-10A94C3933F8}">
      <dgm:prSet/>
      <dgm:spPr/>
      <dgm:t>
        <a:bodyPr/>
        <a:lstStyle/>
        <a:p>
          <a:endParaRPr lang="en-US"/>
        </a:p>
      </dgm:t>
    </dgm:pt>
    <dgm:pt modelId="{2E8AB964-AFCB-410B-B9B0-7AA985B8F25C}" type="sibTrans" cxnId="{3CCDA075-9B45-4D77-B430-10A94C3933F8}">
      <dgm:prSet/>
      <dgm:spPr/>
      <dgm:t>
        <a:bodyPr/>
        <a:lstStyle/>
        <a:p>
          <a:endParaRPr lang="en-US"/>
        </a:p>
      </dgm:t>
    </dgm:pt>
    <dgm:pt modelId="{3CA9A05A-3678-4FE3-A650-7716D9DE6D69}" type="pres">
      <dgm:prSet presAssocID="{309D3769-8A2E-4B2B-8821-7E2A71214ACC}" presName="vert0" presStyleCnt="0">
        <dgm:presLayoutVars>
          <dgm:dir/>
          <dgm:animOne val="branch"/>
          <dgm:animLvl val="lvl"/>
        </dgm:presLayoutVars>
      </dgm:prSet>
      <dgm:spPr/>
    </dgm:pt>
    <dgm:pt modelId="{40EC5226-8F30-4891-8E17-88EF0AADD10D}" type="pres">
      <dgm:prSet presAssocID="{F54DF31E-9539-4B6C-9F69-A941937E9EE4}" presName="thickLine" presStyleLbl="alignNode1" presStyleIdx="0" presStyleCnt="13"/>
      <dgm:spPr/>
    </dgm:pt>
    <dgm:pt modelId="{DB021D6F-44E4-4896-8C35-36E714DDD02F}" type="pres">
      <dgm:prSet presAssocID="{F54DF31E-9539-4B6C-9F69-A941937E9EE4}" presName="horz1" presStyleCnt="0"/>
      <dgm:spPr/>
    </dgm:pt>
    <dgm:pt modelId="{70710B3E-007F-4D4D-B4D8-17F485EF9F32}" type="pres">
      <dgm:prSet presAssocID="{F54DF31E-9539-4B6C-9F69-A941937E9EE4}" presName="tx1" presStyleLbl="revTx" presStyleIdx="0" presStyleCnt="13"/>
      <dgm:spPr/>
    </dgm:pt>
    <dgm:pt modelId="{6E80501F-1274-4172-B838-2C76658F5DF7}" type="pres">
      <dgm:prSet presAssocID="{F54DF31E-9539-4B6C-9F69-A941937E9EE4}" presName="vert1" presStyleCnt="0"/>
      <dgm:spPr/>
    </dgm:pt>
    <dgm:pt modelId="{927AE061-425F-44E7-A7AE-D17530A4C5BE}" type="pres">
      <dgm:prSet presAssocID="{1EB06A9C-97BF-4577-B72D-795B29C7D66C}" presName="thickLine" presStyleLbl="alignNode1" presStyleIdx="1" presStyleCnt="13"/>
      <dgm:spPr/>
    </dgm:pt>
    <dgm:pt modelId="{2C8FA74F-37D5-4615-9C87-023994C3DD96}" type="pres">
      <dgm:prSet presAssocID="{1EB06A9C-97BF-4577-B72D-795B29C7D66C}" presName="horz1" presStyleCnt="0"/>
      <dgm:spPr/>
    </dgm:pt>
    <dgm:pt modelId="{C7B7CCF0-8278-4FB0-8104-817B394E026A}" type="pres">
      <dgm:prSet presAssocID="{1EB06A9C-97BF-4577-B72D-795B29C7D66C}" presName="tx1" presStyleLbl="revTx" presStyleIdx="1" presStyleCnt="13"/>
      <dgm:spPr/>
    </dgm:pt>
    <dgm:pt modelId="{352C06C7-A39D-4D96-9B1C-2263DD54C370}" type="pres">
      <dgm:prSet presAssocID="{1EB06A9C-97BF-4577-B72D-795B29C7D66C}" presName="vert1" presStyleCnt="0"/>
      <dgm:spPr/>
    </dgm:pt>
    <dgm:pt modelId="{7516A235-F699-487D-B1FF-41D9F9888619}" type="pres">
      <dgm:prSet presAssocID="{E1957285-12B2-4020-9A1D-2C68260E04CD}" presName="thickLine" presStyleLbl="alignNode1" presStyleIdx="2" presStyleCnt="13"/>
      <dgm:spPr/>
    </dgm:pt>
    <dgm:pt modelId="{194316B9-247F-47DD-8FB0-FB61E5A0DA4B}" type="pres">
      <dgm:prSet presAssocID="{E1957285-12B2-4020-9A1D-2C68260E04CD}" presName="horz1" presStyleCnt="0"/>
      <dgm:spPr/>
    </dgm:pt>
    <dgm:pt modelId="{65990B0D-8591-438D-82D5-1BD552DD60F1}" type="pres">
      <dgm:prSet presAssocID="{E1957285-12B2-4020-9A1D-2C68260E04CD}" presName="tx1" presStyleLbl="revTx" presStyleIdx="2" presStyleCnt="13"/>
      <dgm:spPr/>
    </dgm:pt>
    <dgm:pt modelId="{4E00418A-94A3-4614-B575-17A4F67BA7C0}" type="pres">
      <dgm:prSet presAssocID="{E1957285-12B2-4020-9A1D-2C68260E04CD}" presName="vert1" presStyleCnt="0"/>
      <dgm:spPr/>
    </dgm:pt>
    <dgm:pt modelId="{3BA156DB-C75E-4C50-BBFC-15A2B90F9DFF}" type="pres">
      <dgm:prSet presAssocID="{3C6580C7-1D95-4F85-906E-5A36104517C3}" presName="thickLine" presStyleLbl="alignNode1" presStyleIdx="3" presStyleCnt="13"/>
      <dgm:spPr/>
    </dgm:pt>
    <dgm:pt modelId="{18E8B752-8D7B-4C8D-AB0E-AC48571C8331}" type="pres">
      <dgm:prSet presAssocID="{3C6580C7-1D95-4F85-906E-5A36104517C3}" presName="horz1" presStyleCnt="0"/>
      <dgm:spPr/>
    </dgm:pt>
    <dgm:pt modelId="{BA648F14-FCD2-4054-BF5D-349CE12D4AE9}" type="pres">
      <dgm:prSet presAssocID="{3C6580C7-1D95-4F85-906E-5A36104517C3}" presName="tx1" presStyleLbl="revTx" presStyleIdx="3" presStyleCnt="13"/>
      <dgm:spPr/>
    </dgm:pt>
    <dgm:pt modelId="{3DAEFC1A-72D4-4EF8-B6C9-9D6646564E7F}" type="pres">
      <dgm:prSet presAssocID="{3C6580C7-1D95-4F85-906E-5A36104517C3}" presName="vert1" presStyleCnt="0"/>
      <dgm:spPr/>
    </dgm:pt>
    <dgm:pt modelId="{572AB4B4-DB1D-4EAB-9F73-90552F36DB95}" type="pres">
      <dgm:prSet presAssocID="{EB5B45A5-BD8A-43B5-B144-94776EC98CA1}" presName="thickLine" presStyleLbl="alignNode1" presStyleIdx="4" presStyleCnt="13"/>
      <dgm:spPr/>
    </dgm:pt>
    <dgm:pt modelId="{E9A84F2C-4D28-4B56-94BF-7C422DA7AE83}" type="pres">
      <dgm:prSet presAssocID="{EB5B45A5-BD8A-43B5-B144-94776EC98CA1}" presName="horz1" presStyleCnt="0"/>
      <dgm:spPr/>
    </dgm:pt>
    <dgm:pt modelId="{89F82B92-65D3-45B0-ACFB-F6DFE96E935B}" type="pres">
      <dgm:prSet presAssocID="{EB5B45A5-BD8A-43B5-B144-94776EC98CA1}" presName="tx1" presStyleLbl="revTx" presStyleIdx="4" presStyleCnt="13"/>
      <dgm:spPr/>
    </dgm:pt>
    <dgm:pt modelId="{ECB30939-0B16-473F-8CEE-91ED2940F01B}" type="pres">
      <dgm:prSet presAssocID="{EB5B45A5-BD8A-43B5-B144-94776EC98CA1}" presName="vert1" presStyleCnt="0"/>
      <dgm:spPr/>
    </dgm:pt>
    <dgm:pt modelId="{3B192FEB-B84F-41CA-9D46-91B173E1094F}" type="pres">
      <dgm:prSet presAssocID="{690763AD-5B03-4323-A222-A153E4A795E0}" presName="thickLine" presStyleLbl="alignNode1" presStyleIdx="5" presStyleCnt="13"/>
      <dgm:spPr/>
    </dgm:pt>
    <dgm:pt modelId="{F01AD218-EC68-4A28-8934-C5061E398CC1}" type="pres">
      <dgm:prSet presAssocID="{690763AD-5B03-4323-A222-A153E4A795E0}" presName="horz1" presStyleCnt="0"/>
      <dgm:spPr/>
    </dgm:pt>
    <dgm:pt modelId="{8A3F2C3A-07E1-4D71-B08D-1B5C1822EDF8}" type="pres">
      <dgm:prSet presAssocID="{690763AD-5B03-4323-A222-A153E4A795E0}" presName="tx1" presStyleLbl="revTx" presStyleIdx="5" presStyleCnt="13"/>
      <dgm:spPr/>
    </dgm:pt>
    <dgm:pt modelId="{BBB2FE0D-E74C-4207-A2FE-1211E0CDF00D}" type="pres">
      <dgm:prSet presAssocID="{690763AD-5B03-4323-A222-A153E4A795E0}" presName="vert1" presStyleCnt="0"/>
      <dgm:spPr/>
    </dgm:pt>
    <dgm:pt modelId="{74016653-32B7-4085-B97E-159C8A85B4D3}" type="pres">
      <dgm:prSet presAssocID="{9A67C727-90BF-4D99-9ED3-3E85FD5A2B55}" presName="thickLine" presStyleLbl="alignNode1" presStyleIdx="6" presStyleCnt="13"/>
      <dgm:spPr/>
    </dgm:pt>
    <dgm:pt modelId="{BEA8D0E7-3911-4F54-BC9B-8B88A17C29E5}" type="pres">
      <dgm:prSet presAssocID="{9A67C727-90BF-4D99-9ED3-3E85FD5A2B55}" presName="horz1" presStyleCnt="0"/>
      <dgm:spPr/>
    </dgm:pt>
    <dgm:pt modelId="{59CB8766-75D3-438F-BC72-C98FD99BB41E}" type="pres">
      <dgm:prSet presAssocID="{9A67C727-90BF-4D99-9ED3-3E85FD5A2B55}" presName="tx1" presStyleLbl="revTx" presStyleIdx="6" presStyleCnt="13"/>
      <dgm:spPr/>
    </dgm:pt>
    <dgm:pt modelId="{3C8391A0-5C75-45AD-B4C0-530FC8CA892D}" type="pres">
      <dgm:prSet presAssocID="{9A67C727-90BF-4D99-9ED3-3E85FD5A2B55}" presName="vert1" presStyleCnt="0"/>
      <dgm:spPr/>
    </dgm:pt>
    <dgm:pt modelId="{09FED156-7A2D-49E8-A788-B657A78AF6DC}" type="pres">
      <dgm:prSet presAssocID="{93ADBBF1-6906-499C-BC39-150ABF940C8C}" presName="thickLine" presStyleLbl="alignNode1" presStyleIdx="7" presStyleCnt="13"/>
      <dgm:spPr/>
    </dgm:pt>
    <dgm:pt modelId="{E845F390-203D-495E-B9EC-61AD578CB60F}" type="pres">
      <dgm:prSet presAssocID="{93ADBBF1-6906-499C-BC39-150ABF940C8C}" presName="horz1" presStyleCnt="0"/>
      <dgm:spPr/>
    </dgm:pt>
    <dgm:pt modelId="{69ED03A5-42F1-4669-92AC-1F5A1849B362}" type="pres">
      <dgm:prSet presAssocID="{93ADBBF1-6906-499C-BC39-150ABF940C8C}" presName="tx1" presStyleLbl="revTx" presStyleIdx="7" presStyleCnt="13"/>
      <dgm:spPr/>
    </dgm:pt>
    <dgm:pt modelId="{956524D6-62BC-47E4-998E-113A00DF550D}" type="pres">
      <dgm:prSet presAssocID="{93ADBBF1-6906-499C-BC39-150ABF940C8C}" presName="vert1" presStyleCnt="0"/>
      <dgm:spPr/>
    </dgm:pt>
    <dgm:pt modelId="{732438CE-050C-4D32-9F8A-F61A565E59D5}" type="pres">
      <dgm:prSet presAssocID="{5102C052-71C8-416F-9C80-D4E2B2CD2E5E}" presName="thickLine" presStyleLbl="alignNode1" presStyleIdx="8" presStyleCnt="13"/>
      <dgm:spPr/>
    </dgm:pt>
    <dgm:pt modelId="{603697E5-DE38-4B6C-858C-7C9B507E5BFE}" type="pres">
      <dgm:prSet presAssocID="{5102C052-71C8-416F-9C80-D4E2B2CD2E5E}" presName="horz1" presStyleCnt="0"/>
      <dgm:spPr/>
    </dgm:pt>
    <dgm:pt modelId="{75DF73DB-E61F-49FD-9970-7704EB59A8C3}" type="pres">
      <dgm:prSet presAssocID="{5102C052-71C8-416F-9C80-D4E2B2CD2E5E}" presName="tx1" presStyleLbl="revTx" presStyleIdx="8" presStyleCnt="13"/>
      <dgm:spPr/>
    </dgm:pt>
    <dgm:pt modelId="{0F253F62-DE70-4BA0-A27C-7DB510642ECC}" type="pres">
      <dgm:prSet presAssocID="{5102C052-71C8-416F-9C80-D4E2B2CD2E5E}" presName="vert1" presStyleCnt="0"/>
      <dgm:spPr/>
    </dgm:pt>
    <dgm:pt modelId="{12335EE4-0D6A-46D0-BD04-8F3818DC9108}" type="pres">
      <dgm:prSet presAssocID="{778D6747-9B2F-447D-8E7F-638BAC34EC39}" presName="thickLine" presStyleLbl="alignNode1" presStyleIdx="9" presStyleCnt="13"/>
      <dgm:spPr/>
    </dgm:pt>
    <dgm:pt modelId="{6B016DE9-6DAC-4A93-BB8D-373742B7432A}" type="pres">
      <dgm:prSet presAssocID="{778D6747-9B2F-447D-8E7F-638BAC34EC39}" presName="horz1" presStyleCnt="0"/>
      <dgm:spPr/>
    </dgm:pt>
    <dgm:pt modelId="{9800F390-7D52-4DD0-9586-08DBD4477B5A}" type="pres">
      <dgm:prSet presAssocID="{778D6747-9B2F-447D-8E7F-638BAC34EC39}" presName="tx1" presStyleLbl="revTx" presStyleIdx="9" presStyleCnt="13"/>
      <dgm:spPr/>
    </dgm:pt>
    <dgm:pt modelId="{3016B082-2081-4CD5-B187-7F7A16200D40}" type="pres">
      <dgm:prSet presAssocID="{778D6747-9B2F-447D-8E7F-638BAC34EC39}" presName="vert1" presStyleCnt="0"/>
      <dgm:spPr/>
    </dgm:pt>
    <dgm:pt modelId="{BB730B29-00EC-4EC9-A2C9-17E7D4AC6A1B}" type="pres">
      <dgm:prSet presAssocID="{1F8902C3-0652-45CC-9B1F-66EB7E6D6091}" presName="thickLine" presStyleLbl="alignNode1" presStyleIdx="10" presStyleCnt="13"/>
      <dgm:spPr/>
    </dgm:pt>
    <dgm:pt modelId="{24EDD82F-9149-49B8-B78A-DD7BFD783587}" type="pres">
      <dgm:prSet presAssocID="{1F8902C3-0652-45CC-9B1F-66EB7E6D6091}" presName="horz1" presStyleCnt="0"/>
      <dgm:spPr/>
    </dgm:pt>
    <dgm:pt modelId="{1B88C823-8FB1-4571-A8EE-97853F0E03E7}" type="pres">
      <dgm:prSet presAssocID="{1F8902C3-0652-45CC-9B1F-66EB7E6D6091}" presName="tx1" presStyleLbl="revTx" presStyleIdx="10" presStyleCnt="13"/>
      <dgm:spPr/>
    </dgm:pt>
    <dgm:pt modelId="{E97A2B56-9026-448E-85A4-A1F6A5A52622}" type="pres">
      <dgm:prSet presAssocID="{1F8902C3-0652-45CC-9B1F-66EB7E6D6091}" presName="vert1" presStyleCnt="0"/>
      <dgm:spPr/>
    </dgm:pt>
    <dgm:pt modelId="{7F843AA4-0FB3-4DB0-8F6A-011B94ACFCB2}" type="pres">
      <dgm:prSet presAssocID="{F98737C1-568C-4B10-82F2-BA7DC1BD9514}" presName="thickLine" presStyleLbl="alignNode1" presStyleIdx="11" presStyleCnt="13"/>
      <dgm:spPr/>
    </dgm:pt>
    <dgm:pt modelId="{84B97277-AB9D-49D4-91C6-A8F3153BB7BC}" type="pres">
      <dgm:prSet presAssocID="{F98737C1-568C-4B10-82F2-BA7DC1BD9514}" presName="horz1" presStyleCnt="0"/>
      <dgm:spPr/>
    </dgm:pt>
    <dgm:pt modelId="{AA745A01-8451-48B9-B8C6-3AF84428698F}" type="pres">
      <dgm:prSet presAssocID="{F98737C1-568C-4B10-82F2-BA7DC1BD9514}" presName="tx1" presStyleLbl="revTx" presStyleIdx="11" presStyleCnt="13"/>
      <dgm:spPr/>
    </dgm:pt>
    <dgm:pt modelId="{7A26C864-F81B-4DC1-B43A-181F8EBC3652}" type="pres">
      <dgm:prSet presAssocID="{F98737C1-568C-4B10-82F2-BA7DC1BD9514}" presName="vert1" presStyleCnt="0"/>
      <dgm:spPr/>
    </dgm:pt>
    <dgm:pt modelId="{8E773AA6-90C9-45D2-8881-8AC3BBD57365}" type="pres">
      <dgm:prSet presAssocID="{0D0BB009-52D1-4CBF-9DFA-75BA50B77C91}" presName="thickLine" presStyleLbl="alignNode1" presStyleIdx="12" presStyleCnt="13"/>
      <dgm:spPr/>
    </dgm:pt>
    <dgm:pt modelId="{DF1B9EB7-C866-4118-B27C-DEB8F44FDA55}" type="pres">
      <dgm:prSet presAssocID="{0D0BB009-52D1-4CBF-9DFA-75BA50B77C91}" presName="horz1" presStyleCnt="0"/>
      <dgm:spPr/>
    </dgm:pt>
    <dgm:pt modelId="{28733610-4796-41B7-ACBD-34D6E8F1FBBA}" type="pres">
      <dgm:prSet presAssocID="{0D0BB009-52D1-4CBF-9DFA-75BA50B77C91}" presName="tx1" presStyleLbl="revTx" presStyleIdx="12" presStyleCnt="13"/>
      <dgm:spPr/>
    </dgm:pt>
    <dgm:pt modelId="{9039EDDE-9152-4965-AB24-605912D41369}" type="pres">
      <dgm:prSet presAssocID="{0D0BB009-52D1-4CBF-9DFA-75BA50B77C91}" presName="vert1" presStyleCnt="0"/>
      <dgm:spPr/>
    </dgm:pt>
  </dgm:ptLst>
  <dgm:cxnLst>
    <dgm:cxn modelId="{9D2A5C02-E8A4-4E21-B0CC-84276A7B04B1}" srcId="{309D3769-8A2E-4B2B-8821-7E2A71214ACC}" destId="{F98737C1-568C-4B10-82F2-BA7DC1BD9514}" srcOrd="11" destOrd="0" parTransId="{B8FC5CBA-B6F8-4E9C-B19F-E07BCB5DA6BF}" sibTransId="{BDCD7FF4-ABB2-42D5-8049-71921DDA3467}"/>
    <dgm:cxn modelId="{16BFB410-985B-437B-B971-CFF2F829B8AA}" srcId="{309D3769-8A2E-4B2B-8821-7E2A71214ACC}" destId="{3C6580C7-1D95-4F85-906E-5A36104517C3}" srcOrd="3" destOrd="0" parTransId="{E2953459-7884-43B1-93F0-6754E9906032}" sibTransId="{88CB29D4-2887-46D1-A9F7-2BC62A38B2DE}"/>
    <dgm:cxn modelId="{CCFD5815-6694-40A2-BC2D-3E21CDE8F92E}" type="presOf" srcId="{EB5B45A5-BD8A-43B5-B144-94776EC98CA1}" destId="{89F82B92-65D3-45B0-ACFB-F6DFE96E935B}" srcOrd="0" destOrd="0" presId="urn:microsoft.com/office/officeart/2008/layout/LinedList"/>
    <dgm:cxn modelId="{EFB6FB1F-7AE3-4139-A202-70AC554EE9FC}" type="presOf" srcId="{309D3769-8A2E-4B2B-8821-7E2A71214ACC}" destId="{3CA9A05A-3678-4FE3-A650-7716D9DE6D69}" srcOrd="0" destOrd="0" presId="urn:microsoft.com/office/officeart/2008/layout/LinedList"/>
    <dgm:cxn modelId="{832AC129-05B3-4F8A-B331-F1A86DA387F4}" srcId="{309D3769-8A2E-4B2B-8821-7E2A71214ACC}" destId="{EB5B45A5-BD8A-43B5-B144-94776EC98CA1}" srcOrd="4" destOrd="0" parTransId="{42B84A30-30BA-4DE4-8F90-542BB015FBE5}" sibTransId="{C50D44CC-62F8-4C45-A2E6-FF3D60749D72}"/>
    <dgm:cxn modelId="{9BEFFC60-9B58-4119-9B3A-5761FE7C499D}" srcId="{309D3769-8A2E-4B2B-8821-7E2A71214ACC}" destId="{9A67C727-90BF-4D99-9ED3-3E85FD5A2B55}" srcOrd="6" destOrd="0" parTransId="{1004A5C9-3099-4869-8C33-CC71A94D3A6F}" sibTransId="{5F611A28-89E5-4286-B8A7-EC328C3169AE}"/>
    <dgm:cxn modelId="{5806C363-483A-4678-8A79-477F4BE0C018}" type="presOf" srcId="{93ADBBF1-6906-499C-BC39-150ABF940C8C}" destId="{69ED03A5-42F1-4669-92AC-1F5A1849B362}" srcOrd="0" destOrd="0" presId="urn:microsoft.com/office/officeart/2008/layout/LinedList"/>
    <dgm:cxn modelId="{E105A544-556D-4767-BE67-411E0B3216D9}" srcId="{309D3769-8A2E-4B2B-8821-7E2A71214ACC}" destId="{690763AD-5B03-4323-A222-A153E4A795E0}" srcOrd="5" destOrd="0" parTransId="{82442C3A-1E46-49AC-8516-5D5EF2BA1817}" sibTransId="{89687BD5-7A11-470C-B08E-CB84A55C3952}"/>
    <dgm:cxn modelId="{75D67748-6E2A-45B2-A2EA-2D1283FB196B}" srcId="{309D3769-8A2E-4B2B-8821-7E2A71214ACC}" destId="{93ADBBF1-6906-499C-BC39-150ABF940C8C}" srcOrd="7" destOrd="0" parTransId="{AFCEE0BC-A083-46F2-B6D3-1410711AF284}" sibTransId="{B1E3ACF5-8E2D-4784-9A5A-4C1A30B99857}"/>
    <dgm:cxn modelId="{4A5FF149-6F9F-44BC-830A-1D2092837895}" srcId="{309D3769-8A2E-4B2B-8821-7E2A71214ACC}" destId="{1F8902C3-0652-45CC-9B1F-66EB7E6D6091}" srcOrd="10" destOrd="0" parTransId="{9EB12AAF-4C7D-4627-83DD-CF7451A3FBDC}" sibTransId="{8C6A0378-4EAE-43C4-9803-A3F70DB04E8D}"/>
    <dgm:cxn modelId="{5581F849-F3E0-4178-9A16-BCD814A6DDFF}" type="presOf" srcId="{5102C052-71C8-416F-9C80-D4E2B2CD2E5E}" destId="{75DF73DB-E61F-49FD-9970-7704EB59A8C3}" srcOrd="0" destOrd="0" presId="urn:microsoft.com/office/officeart/2008/layout/LinedList"/>
    <dgm:cxn modelId="{F9D39F4A-27A5-430A-8B1B-347521046D1B}" type="presOf" srcId="{3C6580C7-1D95-4F85-906E-5A36104517C3}" destId="{BA648F14-FCD2-4054-BF5D-349CE12D4AE9}" srcOrd="0" destOrd="0" presId="urn:microsoft.com/office/officeart/2008/layout/LinedList"/>
    <dgm:cxn modelId="{3CCDA075-9B45-4D77-B430-10A94C3933F8}" srcId="{309D3769-8A2E-4B2B-8821-7E2A71214ACC}" destId="{0D0BB009-52D1-4CBF-9DFA-75BA50B77C91}" srcOrd="12" destOrd="0" parTransId="{424C53A5-1161-4523-A3A1-C66F50C7D88D}" sibTransId="{2E8AB964-AFCB-410B-B9B0-7AA985B8F25C}"/>
    <dgm:cxn modelId="{97A1CB7D-2C69-4395-87FB-4F930E2E4D3B}" type="presOf" srcId="{F98737C1-568C-4B10-82F2-BA7DC1BD9514}" destId="{AA745A01-8451-48B9-B8C6-3AF84428698F}" srcOrd="0" destOrd="0" presId="urn:microsoft.com/office/officeart/2008/layout/LinedList"/>
    <dgm:cxn modelId="{F4372B8D-F592-4982-97E2-22BEB1CACB0E}" type="presOf" srcId="{E1957285-12B2-4020-9A1D-2C68260E04CD}" destId="{65990B0D-8591-438D-82D5-1BD552DD60F1}" srcOrd="0" destOrd="0" presId="urn:microsoft.com/office/officeart/2008/layout/LinedList"/>
    <dgm:cxn modelId="{9FBFCC99-4FE4-49A5-AC8D-14363FBC7546}" type="presOf" srcId="{0D0BB009-52D1-4CBF-9DFA-75BA50B77C91}" destId="{28733610-4796-41B7-ACBD-34D6E8F1FBBA}" srcOrd="0" destOrd="0" presId="urn:microsoft.com/office/officeart/2008/layout/LinedList"/>
    <dgm:cxn modelId="{DBDF809B-2544-48D0-AA28-1B18D48114B9}" srcId="{309D3769-8A2E-4B2B-8821-7E2A71214ACC}" destId="{5102C052-71C8-416F-9C80-D4E2B2CD2E5E}" srcOrd="8" destOrd="0" parTransId="{D4AE9BEF-FC0B-4BD6-B280-7652AF77479F}" sibTransId="{F90D1E33-F2E6-4B80-813C-B9CB15E33FA7}"/>
    <dgm:cxn modelId="{D0566D9F-03D2-43E1-9A98-D5D46073279A}" type="presOf" srcId="{F54DF31E-9539-4B6C-9F69-A941937E9EE4}" destId="{70710B3E-007F-4D4D-B4D8-17F485EF9F32}" srcOrd="0" destOrd="0" presId="urn:microsoft.com/office/officeart/2008/layout/LinedList"/>
    <dgm:cxn modelId="{0B5E91AD-B763-478C-AE3D-8C0AA2A01CA6}" type="presOf" srcId="{778D6747-9B2F-447D-8E7F-638BAC34EC39}" destId="{9800F390-7D52-4DD0-9586-08DBD4477B5A}" srcOrd="0" destOrd="0" presId="urn:microsoft.com/office/officeart/2008/layout/LinedList"/>
    <dgm:cxn modelId="{2AB4FABF-584F-48F6-B226-5D20CDA5B7B7}" type="presOf" srcId="{1EB06A9C-97BF-4577-B72D-795B29C7D66C}" destId="{C7B7CCF0-8278-4FB0-8104-817B394E026A}" srcOrd="0" destOrd="0" presId="urn:microsoft.com/office/officeart/2008/layout/LinedList"/>
    <dgm:cxn modelId="{8C3CB6C6-F7E4-48A2-BAAE-2889C6F634DB}" type="presOf" srcId="{690763AD-5B03-4323-A222-A153E4A795E0}" destId="{8A3F2C3A-07E1-4D71-B08D-1B5C1822EDF8}" srcOrd="0" destOrd="0" presId="urn:microsoft.com/office/officeart/2008/layout/LinedList"/>
    <dgm:cxn modelId="{AF6891DC-CC2B-459C-869B-E4CCCAA568B8}" type="presOf" srcId="{1F8902C3-0652-45CC-9B1F-66EB7E6D6091}" destId="{1B88C823-8FB1-4571-A8EE-97853F0E03E7}" srcOrd="0" destOrd="0" presId="urn:microsoft.com/office/officeart/2008/layout/LinedList"/>
    <dgm:cxn modelId="{A9983EE3-5290-462D-9D49-461B6095EF1F}" srcId="{309D3769-8A2E-4B2B-8821-7E2A71214ACC}" destId="{778D6747-9B2F-447D-8E7F-638BAC34EC39}" srcOrd="9" destOrd="0" parTransId="{66FB4000-58FF-4A3F-AC3D-048F2E0579C0}" sibTransId="{D424F2FA-36D7-40B6-8DFD-777B3A4DE2E8}"/>
    <dgm:cxn modelId="{C85030EA-0168-4A72-839D-0DDB51E5C9E0}" type="presOf" srcId="{9A67C727-90BF-4D99-9ED3-3E85FD5A2B55}" destId="{59CB8766-75D3-438F-BC72-C98FD99BB41E}" srcOrd="0" destOrd="0" presId="urn:microsoft.com/office/officeart/2008/layout/LinedList"/>
    <dgm:cxn modelId="{B1C3DFEF-14DB-465E-A843-1936DD5A8563}" srcId="{309D3769-8A2E-4B2B-8821-7E2A71214ACC}" destId="{F54DF31E-9539-4B6C-9F69-A941937E9EE4}" srcOrd="0" destOrd="0" parTransId="{28A20618-B542-4860-AA92-37C414F74EB2}" sibTransId="{89816BC7-90CC-49A5-BA49-69B4ECB5C4D6}"/>
    <dgm:cxn modelId="{42F722F4-049D-44F2-80EA-F9FCE5FF94B2}" srcId="{309D3769-8A2E-4B2B-8821-7E2A71214ACC}" destId="{E1957285-12B2-4020-9A1D-2C68260E04CD}" srcOrd="2" destOrd="0" parTransId="{B398CE4B-DC02-4D33-91A8-7D7A96B95ED2}" sibTransId="{741C8F6B-D047-4108-8567-027824517457}"/>
    <dgm:cxn modelId="{F604BDFE-67E9-40CD-87B8-5B96994AAA65}" srcId="{309D3769-8A2E-4B2B-8821-7E2A71214ACC}" destId="{1EB06A9C-97BF-4577-B72D-795B29C7D66C}" srcOrd="1" destOrd="0" parTransId="{A6792B48-8525-41E3-A359-0CF787E92F6D}" sibTransId="{624585EF-677A-4A5D-AEDC-D014F0815264}"/>
    <dgm:cxn modelId="{B13920B8-CFC8-425C-A2DC-42986343C002}" type="presParOf" srcId="{3CA9A05A-3678-4FE3-A650-7716D9DE6D69}" destId="{40EC5226-8F30-4891-8E17-88EF0AADD10D}" srcOrd="0" destOrd="0" presId="urn:microsoft.com/office/officeart/2008/layout/LinedList"/>
    <dgm:cxn modelId="{65E5AC71-3FA5-43F3-A4F0-FFB8902FB33B}" type="presParOf" srcId="{3CA9A05A-3678-4FE3-A650-7716D9DE6D69}" destId="{DB021D6F-44E4-4896-8C35-36E714DDD02F}" srcOrd="1" destOrd="0" presId="urn:microsoft.com/office/officeart/2008/layout/LinedList"/>
    <dgm:cxn modelId="{61242788-31C4-4B0D-ABE9-978DF55BAC15}" type="presParOf" srcId="{DB021D6F-44E4-4896-8C35-36E714DDD02F}" destId="{70710B3E-007F-4D4D-B4D8-17F485EF9F32}" srcOrd="0" destOrd="0" presId="urn:microsoft.com/office/officeart/2008/layout/LinedList"/>
    <dgm:cxn modelId="{0D265436-99C1-4889-BC22-0545DC1CB065}" type="presParOf" srcId="{DB021D6F-44E4-4896-8C35-36E714DDD02F}" destId="{6E80501F-1274-4172-B838-2C76658F5DF7}" srcOrd="1" destOrd="0" presId="urn:microsoft.com/office/officeart/2008/layout/LinedList"/>
    <dgm:cxn modelId="{7D99DCA8-9E53-4695-8039-63B0ED9791EA}" type="presParOf" srcId="{3CA9A05A-3678-4FE3-A650-7716D9DE6D69}" destId="{927AE061-425F-44E7-A7AE-D17530A4C5BE}" srcOrd="2" destOrd="0" presId="urn:microsoft.com/office/officeart/2008/layout/LinedList"/>
    <dgm:cxn modelId="{17B23E07-BF71-4B0D-A7D6-E0C53BD2AF60}" type="presParOf" srcId="{3CA9A05A-3678-4FE3-A650-7716D9DE6D69}" destId="{2C8FA74F-37D5-4615-9C87-023994C3DD96}" srcOrd="3" destOrd="0" presId="urn:microsoft.com/office/officeart/2008/layout/LinedList"/>
    <dgm:cxn modelId="{141B5A31-967F-43F1-ACF3-33FEC02AACBB}" type="presParOf" srcId="{2C8FA74F-37D5-4615-9C87-023994C3DD96}" destId="{C7B7CCF0-8278-4FB0-8104-817B394E026A}" srcOrd="0" destOrd="0" presId="urn:microsoft.com/office/officeart/2008/layout/LinedList"/>
    <dgm:cxn modelId="{5DD7E565-A94A-4E77-907E-57F10C1A77B4}" type="presParOf" srcId="{2C8FA74F-37D5-4615-9C87-023994C3DD96}" destId="{352C06C7-A39D-4D96-9B1C-2263DD54C370}" srcOrd="1" destOrd="0" presId="urn:microsoft.com/office/officeart/2008/layout/LinedList"/>
    <dgm:cxn modelId="{FB3B2E12-2D0C-4995-B61C-97D063A6DD3C}" type="presParOf" srcId="{3CA9A05A-3678-4FE3-A650-7716D9DE6D69}" destId="{7516A235-F699-487D-B1FF-41D9F9888619}" srcOrd="4" destOrd="0" presId="urn:microsoft.com/office/officeart/2008/layout/LinedList"/>
    <dgm:cxn modelId="{4EE4C2F7-2EE9-481C-9586-4648732D3E87}" type="presParOf" srcId="{3CA9A05A-3678-4FE3-A650-7716D9DE6D69}" destId="{194316B9-247F-47DD-8FB0-FB61E5A0DA4B}" srcOrd="5" destOrd="0" presId="urn:microsoft.com/office/officeart/2008/layout/LinedList"/>
    <dgm:cxn modelId="{76A83784-8401-48EF-A473-033777741CBF}" type="presParOf" srcId="{194316B9-247F-47DD-8FB0-FB61E5A0DA4B}" destId="{65990B0D-8591-438D-82D5-1BD552DD60F1}" srcOrd="0" destOrd="0" presId="urn:microsoft.com/office/officeart/2008/layout/LinedList"/>
    <dgm:cxn modelId="{070C28BE-9956-4FA6-BC8B-26EF37F0E398}" type="presParOf" srcId="{194316B9-247F-47DD-8FB0-FB61E5A0DA4B}" destId="{4E00418A-94A3-4614-B575-17A4F67BA7C0}" srcOrd="1" destOrd="0" presId="urn:microsoft.com/office/officeart/2008/layout/LinedList"/>
    <dgm:cxn modelId="{D6FAABE1-2252-4F48-B376-10CBBADD0DB7}" type="presParOf" srcId="{3CA9A05A-3678-4FE3-A650-7716D9DE6D69}" destId="{3BA156DB-C75E-4C50-BBFC-15A2B90F9DFF}" srcOrd="6" destOrd="0" presId="urn:microsoft.com/office/officeart/2008/layout/LinedList"/>
    <dgm:cxn modelId="{34310F05-5C1C-4B94-98B2-D23C28173C90}" type="presParOf" srcId="{3CA9A05A-3678-4FE3-A650-7716D9DE6D69}" destId="{18E8B752-8D7B-4C8D-AB0E-AC48571C8331}" srcOrd="7" destOrd="0" presId="urn:microsoft.com/office/officeart/2008/layout/LinedList"/>
    <dgm:cxn modelId="{E14A41F9-82A7-42B8-9E3D-CC2403E3D396}" type="presParOf" srcId="{18E8B752-8D7B-4C8D-AB0E-AC48571C8331}" destId="{BA648F14-FCD2-4054-BF5D-349CE12D4AE9}" srcOrd="0" destOrd="0" presId="urn:microsoft.com/office/officeart/2008/layout/LinedList"/>
    <dgm:cxn modelId="{43689E9B-7393-4572-BD46-0DDC59D70EFE}" type="presParOf" srcId="{18E8B752-8D7B-4C8D-AB0E-AC48571C8331}" destId="{3DAEFC1A-72D4-4EF8-B6C9-9D6646564E7F}" srcOrd="1" destOrd="0" presId="urn:microsoft.com/office/officeart/2008/layout/LinedList"/>
    <dgm:cxn modelId="{98E4A8AE-53E5-4458-903C-2624FE15C36D}" type="presParOf" srcId="{3CA9A05A-3678-4FE3-A650-7716D9DE6D69}" destId="{572AB4B4-DB1D-4EAB-9F73-90552F36DB95}" srcOrd="8" destOrd="0" presId="urn:microsoft.com/office/officeart/2008/layout/LinedList"/>
    <dgm:cxn modelId="{1A9037CF-9308-46E1-8370-D83E9D2524D9}" type="presParOf" srcId="{3CA9A05A-3678-4FE3-A650-7716D9DE6D69}" destId="{E9A84F2C-4D28-4B56-94BF-7C422DA7AE83}" srcOrd="9" destOrd="0" presId="urn:microsoft.com/office/officeart/2008/layout/LinedList"/>
    <dgm:cxn modelId="{49B51F59-3813-446C-AD0D-2134AD020B0E}" type="presParOf" srcId="{E9A84F2C-4D28-4B56-94BF-7C422DA7AE83}" destId="{89F82B92-65D3-45B0-ACFB-F6DFE96E935B}" srcOrd="0" destOrd="0" presId="urn:microsoft.com/office/officeart/2008/layout/LinedList"/>
    <dgm:cxn modelId="{6DA5259A-A5EF-4694-BAD8-98ED598E16B3}" type="presParOf" srcId="{E9A84F2C-4D28-4B56-94BF-7C422DA7AE83}" destId="{ECB30939-0B16-473F-8CEE-91ED2940F01B}" srcOrd="1" destOrd="0" presId="urn:microsoft.com/office/officeart/2008/layout/LinedList"/>
    <dgm:cxn modelId="{59C13A89-C4A7-4B82-BD77-D7721A4FB483}" type="presParOf" srcId="{3CA9A05A-3678-4FE3-A650-7716D9DE6D69}" destId="{3B192FEB-B84F-41CA-9D46-91B173E1094F}" srcOrd="10" destOrd="0" presId="urn:microsoft.com/office/officeart/2008/layout/LinedList"/>
    <dgm:cxn modelId="{5E19F8A3-4407-421E-BB56-68E945ADE54B}" type="presParOf" srcId="{3CA9A05A-3678-4FE3-A650-7716D9DE6D69}" destId="{F01AD218-EC68-4A28-8934-C5061E398CC1}" srcOrd="11" destOrd="0" presId="urn:microsoft.com/office/officeart/2008/layout/LinedList"/>
    <dgm:cxn modelId="{188394E2-9A50-42DE-A3C3-AA4D1183B72C}" type="presParOf" srcId="{F01AD218-EC68-4A28-8934-C5061E398CC1}" destId="{8A3F2C3A-07E1-4D71-B08D-1B5C1822EDF8}" srcOrd="0" destOrd="0" presId="urn:microsoft.com/office/officeart/2008/layout/LinedList"/>
    <dgm:cxn modelId="{3D5F433E-0197-4AFA-9D58-9FEEF26849E7}" type="presParOf" srcId="{F01AD218-EC68-4A28-8934-C5061E398CC1}" destId="{BBB2FE0D-E74C-4207-A2FE-1211E0CDF00D}" srcOrd="1" destOrd="0" presId="urn:microsoft.com/office/officeart/2008/layout/LinedList"/>
    <dgm:cxn modelId="{E4950054-BD32-410A-BB7B-2395456E4487}" type="presParOf" srcId="{3CA9A05A-3678-4FE3-A650-7716D9DE6D69}" destId="{74016653-32B7-4085-B97E-159C8A85B4D3}" srcOrd="12" destOrd="0" presId="urn:microsoft.com/office/officeart/2008/layout/LinedList"/>
    <dgm:cxn modelId="{05EEF20D-C7F8-42B7-8686-96398B3FEBF4}" type="presParOf" srcId="{3CA9A05A-3678-4FE3-A650-7716D9DE6D69}" destId="{BEA8D0E7-3911-4F54-BC9B-8B88A17C29E5}" srcOrd="13" destOrd="0" presId="urn:microsoft.com/office/officeart/2008/layout/LinedList"/>
    <dgm:cxn modelId="{737760B1-D459-4B83-9E78-55A2E9953D4D}" type="presParOf" srcId="{BEA8D0E7-3911-4F54-BC9B-8B88A17C29E5}" destId="{59CB8766-75D3-438F-BC72-C98FD99BB41E}" srcOrd="0" destOrd="0" presId="urn:microsoft.com/office/officeart/2008/layout/LinedList"/>
    <dgm:cxn modelId="{853189EA-DE67-49CE-B2C1-74D6B83075A8}" type="presParOf" srcId="{BEA8D0E7-3911-4F54-BC9B-8B88A17C29E5}" destId="{3C8391A0-5C75-45AD-B4C0-530FC8CA892D}" srcOrd="1" destOrd="0" presId="urn:microsoft.com/office/officeart/2008/layout/LinedList"/>
    <dgm:cxn modelId="{9FC3A2D1-52F3-4312-AF34-7189507CBE57}" type="presParOf" srcId="{3CA9A05A-3678-4FE3-A650-7716D9DE6D69}" destId="{09FED156-7A2D-49E8-A788-B657A78AF6DC}" srcOrd="14" destOrd="0" presId="urn:microsoft.com/office/officeart/2008/layout/LinedList"/>
    <dgm:cxn modelId="{6D60DF25-98C2-4C08-9E88-17BE1FBA750D}" type="presParOf" srcId="{3CA9A05A-3678-4FE3-A650-7716D9DE6D69}" destId="{E845F390-203D-495E-B9EC-61AD578CB60F}" srcOrd="15" destOrd="0" presId="urn:microsoft.com/office/officeart/2008/layout/LinedList"/>
    <dgm:cxn modelId="{37CF678A-61A9-45F1-A28F-148245393F8B}" type="presParOf" srcId="{E845F390-203D-495E-B9EC-61AD578CB60F}" destId="{69ED03A5-42F1-4669-92AC-1F5A1849B362}" srcOrd="0" destOrd="0" presId="urn:microsoft.com/office/officeart/2008/layout/LinedList"/>
    <dgm:cxn modelId="{68842FF8-AC52-4806-B114-C0D60481B39B}" type="presParOf" srcId="{E845F390-203D-495E-B9EC-61AD578CB60F}" destId="{956524D6-62BC-47E4-998E-113A00DF550D}" srcOrd="1" destOrd="0" presId="urn:microsoft.com/office/officeart/2008/layout/LinedList"/>
    <dgm:cxn modelId="{13C87539-B50F-42B4-9217-471A329119CF}" type="presParOf" srcId="{3CA9A05A-3678-4FE3-A650-7716D9DE6D69}" destId="{732438CE-050C-4D32-9F8A-F61A565E59D5}" srcOrd="16" destOrd="0" presId="urn:microsoft.com/office/officeart/2008/layout/LinedList"/>
    <dgm:cxn modelId="{500BC008-B30E-40DA-98DA-9B8B70D2ABF5}" type="presParOf" srcId="{3CA9A05A-3678-4FE3-A650-7716D9DE6D69}" destId="{603697E5-DE38-4B6C-858C-7C9B507E5BFE}" srcOrd="17" destOrd="0" presId="urn:microsoft.com/office/officeart/2008/layout/LinedList"/>
    <dgm:cxn modelId="{C2313093-AF1C-420A-B21B-F59E1F33CB87}" type="presParOf" srcId="{603697E5-DE38-4B6C-858C-7C9B507E5BFE}" destId="{75DF73DB-E61F-49FD-9970-7704EB59A8C3}" srcOrd="0" destOrd="0" presId="urn:microsoft.com/office/officeart/2008/layout/LinedList"/>
    <dgm:cxn modelId="{DC0475C1-56D7-4E14-952C-E4BBCEE2DC45}" type="presParOf" srcId="{603697E5-DE38-4B6C-858C-7C9B507E5BFE}" destId="{0F253F62-DE70-4BA0-A27C-7DB510642ECC}" srcOrd="1" destOrd="0" presId="urn:microsoft.com/office/officeart/2008/layout/LinedList"/>
    <dgm:cxn modelId="{E6BD4C18-60D1-4608-B447-3AB6ABD1C757}" type="presParOf" srcId="{3CA9A05A-3678-4FE3-A650-7716D9DE6D69}" destId="{12335EE4-0D6A-46D0-BD04-8F3818DC9108}" srcOrd="18" destOrd="0" presId="urn:microsoft.com/office/officeart/2008/layout/LinedList"/>
    <dgm:cxn modelId="{5FBC11B7-7EF6-4626-952F-3CE91AE8E3F8}" type="presParOf" srcId="{3CA9A05A-3678-4FE3-A650-7716D9DE6D69}" destId="{6B016DE9-6DAC-4A93-BB8D-373742B7432A}" srcOrd="19" destOrd="0" presId="urn:microsoft.com/office/officeart/2008/layout/LinedList"/>
    <dgm:cxn modelId="{94F5A6B0-D789-4875-A3C9-FB151A12A3B3}" type="presParOf" srcId="{6B016DE9-6DAC-4A93-BB8D-373742B7432A}" destId="{9800F390-7D52-4DD0-9586-08DBD4477B5A}" srcOrd="0" destOrd="0" presId="urn:microsoft.com/office/officeart/2008/layout/LinedList"/>
    <dgm:cxn modelId="{73987AD2-AAE9-46C2-99B3-6FEA7366D3B1}" type="presParOf" srcId="{6B016DE9-6DAC-4A93-BB8D-373742B7432A}" destId="{3016B082-2081-4CD5-B187-7F7A16200D40}" srcOrd="1" destOrd="0" presId="urn:microsoft.com/office/officeart/2008/layout/LinedList"/>
    <dgm:cxn modelId="{57BCCE6F-0C53-4227-B825-CEFC1D9C0EAC}" type="presParOf" srcId="{3CA9A05A-3678-4FE3-A650-7716D9DE6D69}" destId="{BB730B29-00EC-4EC9-A2C9-17E7D4AC6A1B}" srcOrd="20" destOrd="0" presId="urn:microsoft.com/office/officeart/2008/layout/LinedList"/>
    <dgm:cxn modelId="{B62F6C93-9DCB-4337-9812-171FB1B3A50D}" type="presParOf" srcId="{3CA9A05A-3678-4FE3-A650-7716D9DE6D69}" destId="{24EDD82F-9149-49B8-B78A-DD7BFD783587}" srcOrd="21" destOrd="0" presId="urn:microsoft.com/office/officeart/2008/layout/LinedList"/>
    <dgm:cxn modelId="{618AF82F-675A-4C80-A3F4-2D9EE5B3E78D}" type="presParOf" srcId="{24EDD82F-9149-49B8-B78A-DD7BFD783587}" destId="{1B88C823-8FB1-4571-A8EE-97853F0E03E7}" srcOrd="0" destOrd="0" presId="urn:microsoft.com/office/officeart/2008/layout/LinedList"/>
    <dgm:cxn modelId="{F98710FA-3515-4360-B451-B6E8CA9506CA}" type="presParOf" srcId="{24EDD82F-9149-49B8-B78A-DD7BFD783587}" destId="{E97A2B56-9026-448E-85A4-A1F6A5A52622}" srcOrd="1" destOrd="0" presId="urn:microsoft.com/office/officeart/2008/layout/LinedList"/>
    <dgm:cxn modelId="{4D4B8A2C-EA35-468B-907B-E6943D06746F}" type="presParOf" srcId="{3CA9A05A-3678-4FE3-A650-7716D9DE6D69}" destId="{7F843AA4-0FB3-4DB0-8F6A-011B94ACFCB2}" srcOrd="22" destOrd="0" presId="urn:microsoft.com/office/officeart/2008/layout/LinedList"/>
    <dgm:cxn modelId="{1D380C33-6BCB-4E94-ADB3-EF9144A0EBD5}" type="presParOf" srcId="{3CA9A05A-3678-4FE3-A650-7716D9DE6D69}" destId="{84B97277-AB9D-49D4-91C6-A8F3153BB7BC}" srcOrd="23" destOrd="0" presId="urn:microsoft.com/office/officeart/2008/layout/LinedList"/>
    <dgm:cxn modelId="{002975BA-5B8A-4224-BC4A-AB4206993D5A}" type="presParOf" srcId="{84B97277-AB9D-49D4-91C6-A8F3153BB7BC}" destId="{AA745A01-8451-48B9-B8C6-3AF84428698F}" srcOrd="0" destOrd="0" presId="urn:microsoft.com/office/officeart/2008/layout/LinedList"/>
    <dgm:cxn modelId="{AA1C479A-D8E8-481C-B54B-38D81FD30BB0}" type="presParOf" srcId="{84B97277-AB9D-49D4-91C6-A8F3153BB7BC}" destId="{7A26C864-F81B-4DC1-B43A-181F8EBC3652}" srcOrd="1" destOrd="0" presId="urn:microsoft.com/office/officeart/2008/layout/LinedList"/>
    <dgm:cxn modelId="{655726CA-2A46-4860-9A66-528E77AA0CCC}" type="presParOf" srcId="{3CA9A05A-3678-4FE3-A650-7716D9DE6D69}" destId="{8E773AA6-90C9-45D2-8881-8AC3BBD57365}" srcOrd="24" destOrd="0" presId="urn:microsoft.com/office/officeart/2008/layout/LinedList"/>
    <dgm:cxn modelId="{C4DCA261-79D7-4EF9-8442-4D0874D79792}" type="presParOf" srcId="{3CA9A05A-3678-4FE3-A650-7716D9DE6D69}" destId="{DF1B9EB7-C866-4118-B27C-DEB8F44FDA55}" srcOrd="25" destOrd="0" presId="urn:microsoft.com/office/officeart/2008/layout/LinedList"/>
    <dgm:cxn modelId="{60354070-AFD7-49A2-A65C-83A8EC7EE4F5}" type="presParOf" srcId="{DF1B9EB7-C866-4118-B27C-DEB8F44FDA55}" destId="{28733610-4796-41B7-ACBD-34D6E8F1FBBA}" srcOrd="0" destOrd="0" presId="urn:microsoft.com/office/officeart/2008/layout/LinedList"/>
    <dgm:cxn modelId="{BF0DF2C7-1F03-4EFA-8397-6E63AE45A553}" type="presParOf" srcId="{DF1B9EB7-C866-4118-B27C-DEB8F44FDA55}" destId="{9039EDDE-9152-4965-AB24-605912D4136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BD0B99-7FA8-4DC5-97F9-09A0E46FBBB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4D07106-7F00-4F98-B6AD-D2CF2EF7730C}">
      <dgm:prSet/>
      <dgm:spPr/>
      <dgm:t>
        <a:bodyPr/>
        <a:lstStyle/>
        <a:p>
          <a:r>
            <a:rPr lang="en-US" dirty="0"/>
            <a:t>Handle missing data</a:t>
          </a:r>
        </a:p>
      </dgm:t>
    </dgm:pt>
    <dgm:pt modelId="{3865E8CF-7E81-4A5E-82F7-4F341232C608}" type="parTrans" cxnId="{BC58B2E8-5232-4429-8AA1-8D8FBF080B1D}">
      <dgm:prSet/>
      <dgm:spPr/>
      <dgm:t>
        <a:bodyPr/>
        <a:lstStyle/>
        <a:p>
          <a:endParaRPr lang="en-US"/>
        </a:p>
      </dgm:t>
    </dgm:pt>
    <dgm:pt modelId="{2A006BA8-6E93-4A13-A815-6AB5161DBED9}" type="sibTrans" cxnId="{BC58B2E8-5232-4429-8AA1-8D8FBF080B1D}">
      <dgm:prSet/>
      <dgm:spPr/>
      <dgm:t>
        <a:bodyPr/>
        <a:lstStyle/>
        <a:p>
          <a:endParaRPr lang="en-US"/>
        </a:p>
      </dgm:t>
    </dgm:pt>
    <dgm:pt modelId="{CDF06647-1152-4D65-BC90-9E7CFB378A98}">
      <dgm:prSet custT="1"/>
      <dgm:spPr/>
      <dgm:t>
        <a:bodyPr/>
        <a:lstStyle/>
        <a:p>
          <a:r>
            <a:rPr lang="en-US" sz="1600"/>
            <a:t>Drop</a:t>
          </a:r>
        </a:p>
      </dgm:t>
    </dgm:pt>
    <dgm:pt modelId="{98F4F9D6-0898-490F-B020-D21856DF2CD1}" type="parTrans" cxnId="{ABB9CFE6-026D-453F-9A8C-AD263E96DF4A}">
      <dgm:prSet/>
      <dgm:spPr/>
      <dgm:t>
        <a:bodyPr/>
        <a:lstStyle/>
        <a:p>
          <a:endParaRPr lang="en-US"/>
        </a:p>
      </dgm:t>
    </dgm:pt>
    <dgm:pt modelId="{779B1EE4-A17F-4E30-B874-B2C6FB886AF0}" type="sibTrans" cxnId="{ABB9CFE6-026D-453F-9A8C-AD263E96DF4A}">
      <dgm:prSet/>
      <dgm:spPr/>
      <dgm:t>
        <a:bodyPr/>
        <a:lstStyle/>
        <a:p>
          <a:endParaRPr lang="en-US"/>
        </a:p>
      </dgm:t>
    </dgm:pt>
    <dgm:pt modelId="{9B0D085E-8D95-4F90-B892-732D92E7AB03}">
      <dgm:prSet custT="1"/>
      <dgm:spPr/>
      <dgm:t>
        <a:bodyPr/>
        <a:lstStyle/>
        <a:p>
          <a:r>
            <a:rPr lang="en-US" sz="1600"/>
            <a:t>Fill with mod</a:t>
          </a:r>
        </a:p>
      </dgm:t>
    </dgm:pt>
    <dgm:pt modelId="{AAEF42A5-CFD0-4C67-9FF7-999455E24925}" type="parTrans" cxnId="{3EFA4BCC-D1C2-488E-90F0-CA01B23D699F}">
      <dgm:prSet/>
      <dgm:spPr/>
      <dgm:t>
        <a:bodyPr/>
        <a:lstStyle/>
        <a:p>
          <a:endParaRPr lang="en-US"/>
        </a:p>
      </dgm:t>
    </dgm:pt>
    <dgm:pt modelId="{00C629F9-4A16-4704-B91A-0E179FE8AC5C}" type="sibTrans" cxnId="{3EFA4BCC-D1C2-488E-90F0-CA01B23D699F}">
      <dgm:prSet/>
      <dgm:spPr/>
      <dgm:t>
        <a:bodyPr/>
        <a:lstStyle/>
        <a:p>
          <a:endParaRPr lang="en-US"/>
        </a:p>
      </dgm:t>
    </dgm:pt>
    <dgm:pt modelId="{4A3E2B8C-2759-4049-B59F-1B8FFE166CAB}">
      <dgm:prSet/>
      <dgm:spPr/>
      <dgm:t>
        <a:bodyPr/>
        <a:lstStyle/>
        <a:p>
          <a:r>
            <a:rPr lang="en-US"/>
            <a:t>Dealing with categorical data:</a:t>
          </a:r>
        </a:p>
      </dgm:t>
    </dgm:pt>
    <dgm:pt modelId="{A77CFDA2-C035-408B-A439-7A2960C6F85C}" type="parTrans" cxnId="{B239408E-6727-45BA-BA3C-6C1037FEBFE4}">
      <dgm:prSet/>
      <dgm:spPr/>
      <dgm:t>
        <a:bodyPr/>
        <a:lstStyle/>
        <a:p>
          <a:endParaRPr lang="en-US"/>
        </a:p>
      </dgm:t>
    </dgm:pt>
    <dgm:pt modelId="{30AA0DEE-FFB2-49CE-9123-B54D95B817AA}" type="sibTrans" cxnId="{B239408E-6727-45BA-BA3C-6C1037FEBFE4}">
      <dgm:prSet/>
      <dgm:spPr/>
      <dgm:t>
        <a:bodyPr/>
        <a:lstStyle/>
        <a:p>
          <a:endParaRPr lang="en-US"/>
        </a:p>
      </dgm:t>
    </dgm:pt>
    <dgm:pt modelId="{A240E1E5-ED76-450D-BD80-BE8CB7207C19}">
      <dgm:prSet custT="1"/>
      <dgm:spPr/>
      <dgm:t>
        <a:bodyPr/>
        <a:lstStyle/>
        <a:p>
          <a:r>
            <a:rPr lang="en-US" sz="1600"/>
            <a:t>Pandas (get_dummies)</a:t>
          </a:r>
        </a:p>
      </dgm:t>
    </dgm:pt>
    <dgm:pt modelId="{6883CDB1-F7CD-43A1-8EEA-ABD74C7D5049}" type="parTrans" cxnId="{EEC873F4-1450-4BA7-A713-88214049C603}">
      <dgm:prSet/>
      <dgm:spPr/>
      <dgm:t>
        <a:bodyPr/>
        <a:lstStyle/>
        <a:p>
          <a:endParaRPr lang="en-US"/>
        </a:p>
      </dgm:t>
    </dgm:pt>
    <dgm:pt modelId="{3ECE229A-9C57-4F75-9A84-F82FBC9ECAF5}" type="sibTrans" cxnId="{EEC873F4-1450-4BA7-A713-88214049C603}">
      <dgm:prSet/>
      <dgm:spPr/>
      <dgm:t>
        <a:bodyPr/>
        <a:lstStyle/>
        <a:p>
          <a:endParaRPr lang="en-US"/>
        </a:p>
      </dgm:t>
    </dgm:pt>
    <dgm:pt modelId="{4CEA250D-7FCA-4C6F-BA4A-853EFB42507A}">
      <dgm:prSet custT="1"/>
      <dgm:spPr/>
      <dgm:t>
        <a:bodyPr/>
        <a:lstStyle/>
        <a:p>
          <a:r>
            <a:rPr lang="en-US" sz="1600"/>
            <a:t>One hot encoder</a:t>
          </a:r>
        </a:p>
      </dgm:t>
    </dgm:pt>
    <dgm:pt modelId="{B6CF3A4E-6BF2-4601-BE0F-A0128A3C29E7}" type="parTrans" cxnId="{5E63754F-0D32-43C0-8C10-985382097EDD}">
      <dgm:prSet/>
      <dgm:spPr/>
      <dgm:t>
        <a:bodyPr/>
        <a:lstStyle/>
        <a:p>
          <a:endParaRPr lang="en-US"/>
        </a:p>
      </dgm:t>
    </dgm:pt>
    <dgm:pt modelId="{E1766EDB-05ED-4512-A5D2-0244903D05BF}" type="sibTrans" cxnId="{5E63754F-0D32-43C0-8C10-985382097EDD}">
      <dgm:prSet/>
      <dgm:spPr/>
      <dgm:t>
        <a:bodyPr/>
        <a:lstStyle/>
        <a:p>
          <a:endParaRPr lang="en-US"/>
        </a:p>
      </dgm:t>
    </dgm:pt>
    <dgm:pt modelId="{1BEC8DC3-92AA-4FB3-82D3-56841D35E9F8}">
      <dgm:prSet custT="1"/>
      <dgm:spPr/>
      <dgm:t>
        <a:bodyPr/>
        <a:lstStyle/>
        <a:p>
          <a:r>
            <a:rPr lang="en-US" sz="1600" dirty="0"/>
            <a:t>Label encoder</a:t>
          </a:r>
        </a:p>
      </dgm:t>
    </dgm:pt>
    <dgm:pt modelId="{F0342088-DB75-4096-9ED6-C1381E50E886}" type="parTrans" cxnId="{C18E11E2-5385-4087-B399-3439A0C35F29}">
      <dgm:prSet/>
      <dgm:spPr/>
      <dgm:t>
        <a:bodyPr/>
        <a:lstStyle/>
        <a:p>
          <a:endParaRPr lang="en-US"/>
        </a:p>
      </dgm:t>
    </dgm:pt>
    <dgm:pt modelId="{867393F4-CB43-4DEE-A669-D435E9B55032}" type="sibTrans" cxnId="{C18E11E2-5385-4087-B399-3439A0C35F29}">
      <dgm:prSet/>
      <dgm:spPr/>
      <dgm:t>
        <a:bodyPr/>
        <a:lstStyle/>
        <a:p>
          <a:endParaRPr lang="en-US"/>
        </a:p>
      </dgm:t>
    </dgm:pt>
    <dgm:pt modelId="{5DF9EEA5-E79D-44FF-8754-20ECEC962594}">
      <dgm:prSet/>
      <dgm:spPr/>
      <dgm:t>
        <a:bodyPr/>
        <a:lstStyle/>
        <a:p>
          <a:r>
            <a:rPr lang="en-US"/>
            <a:t>Handle outlier</a:t>
          </a:r>
        </a:p>
      </dgm:t>
    </dgm:pt>
    <dgm:pt modelId="{92536D30-F07F-43A5-9B27-932B2128F5C9}" type="parTrans" cxnId="{16251138-A97A-4144-BA7B-1A020DFF21DE}">
      <dgm:prSet/>
      <dgm:spPr/>
      <dgm:t>
        <a:bodyPr/>
        <a:lstStyle/>
        <a:p>
          <a:endParaRPr lang="en-US"/>
        </a:p>
      </dgm:t>
    </dgm:pt>
    <dgm:pt modelId="{97121A79-3F61-40B2-A132-46F2087427F9}" type="sibTrans" cxnId="{16251138-A97A-4144-BA7B-1A020DFF21DE}">
      <dgm:prSet/>
      <dgm:spPr/>
      <dgm:t>
        <a:bodyPr/>
        <a:lstStyle/>
        <a:p>
          <a:endParaRPr lang="en-US"/>
        </a:p>
      </dgm:t>
    </dgm:pt>
    <dgm:pt modelId="{B485AAED-E6B1-4B5D-8E52-ECCAFCB0E05E}">
      <dgm:prSet/>
      <dgm:spPr/>
      <dgm:t>
        <a:bodyPr/>
        <a:lstStyle/>
        <a:p>
          <a:r>
            <a:rPr lang="en-US"/>
            <a:t>Split data into X &amp; Y</a:t>
          </a:r>
        </a:p>
      </dgm:t>
    </dgm:pt>
    <dgm:pt modelId="{E508A413-AB9D-4A9D-81EB-3A7CAE191A00}" type="parTrans" cxnId="{2A31B34A-7E92-45BB-80B6-9FEBCBA64745}">
      <dgm:prSet/>
      <dgm:spPr/>
      <dgm:t>
        <a:bodyPr/>
        <a:lstStyle/>
        <a:p>
          <a:endParaRPr lang="en-US"/>
        </a:p>
      </dgm:t>
    </dgm:pt>
    <dgm:pt modelId="{597290A7-DFD8-4F41-86AC-BE167D967DB6}" type="sibTrans" cxnId="{2A31B34A-7E92-45BB-80B6-9FEBCBA64745}">
      <dgm:prSet/>
      <dgm:spPr/>
      <dgm:t>
        <a:bodyPr/>
        <a:lstStyle/>
        <a:p>
          <a:endParaRPr lang="en-US"/>
        </a:p>
      </dgm:t>
    </dgm:pt>
    <dgm:pt modelId="{BD96BD27-EBA9-413D-A68A-4BAB3EAA3737}">
      <dgm:prSet/>
      <dgm:spPr/>
      <dgm:t>
        <a:bodyPr/>
        <a:lstStyle/>
        <a:p>
          <a:r>
            <a:rPr lang="en-US"/>
            <a:t>Split data into train &amp; test</a:t>
          </a:r>
        </a:p>
      </dgm:t>
    </dgm:pt>
    <dgm:pt modelId="{7E724028-6F15-4D6E-86F3-C7A380D1FFB7}" type="parTrans" cxnId="{D303B13B-1FAB-4D19-81BD-2E47853576B2}">
      <dgm:prSet/>
      <dgm:spPr/>
      <dgm:t>
        <a:bodyPr/>
        <a:lstStyle/>
        <a:p>
          <a:endParaRPr lang="en-US"/>
        </a:p>
      </dgm:t>
    </dgm:pt>
    <dgm:pt modelId="{6B3C81BB-D50B-49E2-8C73-1F70CBD844FF}" type="sibTrans" cxnId="{D303B13B-1FAB-4D19-81BD-2E47853576B2}">
      <dgm:prSet/>
      <dgm:spPr/>
      <dgm:t>
        <a:bodyPr/>
        <a:lstStyle/>
        <a:p>
          <a:endParaRPr lang="en-US"/>
        </a:p>
      </dgm:t>
    </dgm:pt>
    <dgm:pt modelId="{05730584-4B79-40FC-814A-0A0022C86DE5}">
      <dgm:prSet/>
      <dgm:spPr/>
      <dgm:t>
        <a:bodyPr/>
        <a:lstStyle/>
        <a:p>
          <a:r>
            <a:rPr lang="en-US"/>
            <a:t>Scaling</a:t>
          </a:r>
        </a:p>
      </dgm:t>
    </dgm:pt>
    <dgm:pt modelId="{2332BB3E-4F52-47F7-B101-4E5B6F110249}" type="parTrans" cxnId="{82C8FCE6-34EF-471B-BAFF-90D19B22F2A7}">
      <dgm:prSet/>
      <dgm:spPr/>
      <dgm:t>
        <a:bodyPr/>
        <a:lstStyle/>
        <a:p>
          <a:endParaRPr lang="en-US"/>
        </a:p>
      </dgm:t>
    </dgm:pt>
    <dgm:pt modelId="{20865751-48A3-4C8E-9C3B-E88B44EB4A6A}" type="sibTrans" cxnId="{82C8FCE6-34EF-471B-BAFF-90D19B22F2A7}">
      <dgm:prSet/>
      <dgm:spPr/>
      <dgm:t>
        <a:bodyPr/>
        <a:lstStyle/>
        <a:p>
          <a:endParaRPr lang="en-US"/>
        </a:p>
      </dgm:t>
    </dgm:pt>
    <dgm:pt modelId="{EB2B667B-10BF-419C-A048-C98881A39F14}">
      <dgm:prSet custT="1"/>
      <dgm:spPr/>
      <dgm:t>
        <a:bodyPr/>
        <a:lstStyle/>
        <a:p>
          <a:r>
            <a:rPr lang="en-US" sz="1600"/>
            <a:t>Standard scaler</a:t>
          </a:r>
        </a:p>
      </dgm:t>
    </dgm:pt>
    <dgm:pt modelId="{624CB578-C81E-4A0D-8680-D0839E8A88B2}" type="parTrans" cxnId="{B2C301F1-BAB5-4E79-AB19-3B30BF1586A9}">
      <dgm:prSet/>
      <dgm:spPr/>
      <dgm:t>
        <a:bodyPr/>
        <a:lstStyle/>
        <a:p>
          <a:endParaRPr lang="en-US"/>
        </a:p>
      </dgm:t>
    </dgm:pt>
    <dgm:pt modelId="{AD0091FC-F0CF-4A0F-B712-A78AC5DCF689}" type="sibTrans" cxnId="{B2C301F1-BAB5-4E79-AB19-3B30BF1586A9}">
      <dgm:prSet/>
      <dgm:spPr/>
      <dgm:t>
        <a:bodyPr/>
        <a:lstStyle/>
        <a:p>
          <a:endParaRPr lang="en-US"/>
        </a:p>
      </dgm:t>
    </dgm:pt>
    <dgm:pt modelId="{C7160A92-EE39-4F83-9B89-1682FA752224}">
      <dgm:prSet/>
      <dgm:spPr/>
      <dgm:t>
        <a:bodyPr/>
        <a:lstStyle/>
        <a:p>
          <a:r>
            <a:rPr lang="en-US"/>
            <a:t>Handle imbalance data &gt;&gt;</a:t>
          </a:r>
        </a:p>
      </dgm:t>
    </dgm:pt>
    <dgm:pt modelId="{CCA85FA0-F551-4AC9-95F4-E9A88C92B4C3}" type="parTrans" cxnId="{AB8D2EDC-FDAC-439A-A6F6-8B6FF8EC9587}">
      <dgm:prSet/>
      <dgm:spPr/>
      <dgm:t>
        <a:bodyPr/>
        <a:lstStyle/>
        <a:p>
          <a:endParaRPr lang="en-US"/>
        </a:p>
      </dgm:t>
    </dgm:pt>
    <dgm:pt modelId="{E8CBA91B-DD94-4072-9996-C624A053E5D5}" type="sibTrans" cxnId="{AB8D2EDC-FDAC-439A-A6F6-8B6FF8EC9587}">
      <dgm:prSet/>
      <dgm:spPr/>
      <dgm:t>
        <a:bodyPr/>
        <a:lstStyle/>
        <a:p>
          <a:endParaRPr lang="en-US"/>
        </a:p>
      </dgm:t>
    </dgm:pt>
    <dgm:pt modelId="{401ABED7-92B1-4FFF-836E-A0AB0785C974}">
      <dgm:prSet custT="1"/>
      <dgm:spPr/>
      <dgm:t>
        <a:bodyPr/>
        <a:lstStyle/>
        <a:p>
          <a:r>
            <a:rPr lang="en-US" sz="1600"/>
            <a:t>Random under sampler </a:t>
          </a:r>
        </a:p>
      </dgm:t>
    </dgm:pt>
    <dgm:pt modelId="{A8EF9B9A-1C7D-4E66-8989-D6764C1EAA4F}" type="parTrans" cxnId="{8CCD4213-64F0-4C43-BBC0-8CCF757CBCEE}">
      <dgm:prSet/>
      <dgm:spPr/>
      <dgm:t>
        <a:bodyPr/>
        <a:lstStyle/>
        <a:p>
          <a:endParaRPr lang="en-US"/>
        </a:p>
      </dgm:t>
    </dgm:pt>
    <dgm:pt modelId="{20A5868E-D049-407A-BF59-A94B9883A55B}" type="sibTrans" cxnId="{8CCD4213-64F0-4C43-BBC0-8CCF757CBCEE}">
      <dgm:prSet/>
      <dgm:spPr/>
      <dgm:t>
        <a:bodyPr/>
        <a:lstStyle/>
        <a:p>
          <a:endParaRPr lang="en-US"/>
        </a:p>
      </dgm:t>
    </dgm:pt>
    <dgm:pt modelId="{078A21DF-6BA7-49EE-8E46-7CBB5A491659}">
      <dgm:prSet/>
      <dgm:spPr/>
      <dgm:t>
        <a:bodyPr/>
        <a:lstStyle/>
        <a:p>
          <a:r>
            <a:rPr lang="en-US"/>
            <a:t>Cleaning data</a:t>
          </a:r>
        </a:p>
      </dgm:t>
    </dgm:pt>
    <dgm:pt modelId="{E2FD3CA4-8E89-4E54-BA64-83516FB489B7}" type="parTrans" cxnId="{CDB228E2-BBD9-4E2F-9E36-12F9AA638575}">
      <dgm:prSet/>
      <dgm:spPr/>
      <dgm:t>
        <a:bodyPr/>
        <a:lstStyle/>
        <a:p>
          <a:endParaRPr lang="en-US"/>
        </a:p>
      </dgm:t>
    </dgm:pt>
    <dgm:pt modelId="{7DA8F4E4-50C8-4E3D-B102-120376A1A91D}" type="sibTrans" cxnId="{CDB228E2-BBD9-4E2F-9E36-12F9AA638575}">
      <dgm:prSet/>
      <dgm:spPr/>
      <dgm:t>
        <a:bodyPr/>
        <a:lstStyle/>
        <a:p>
          <a:endParaRPr lang="en-US"/>
        </a:p>
      </dgm:t>
    </dgm:pt>
    <dgm:pt modelId="{B9228CF0-37FA-47C1-BD51-44E76551E52B}" type="pres">
      <dgm:prSet presAssocID="{E1BD0B99-7FA8-4DC5-97F9-09A0E46FBBB4}" presName="Name0" presStyleCnt="0">
        <dgm:presLayoutVars>
          <dgm:dir/>
          <dgm:animLvl val="lvl"/>
          <dgm:resizeHandles val="exact"/>
        </dgm:presLayoutVars>
      </dgm:prSet>
      <dgm:spPr/>
    </dgm:pt>
    <dgm:pt modelId="{23C3BE8A-16BC-43BF-A7E0-70CED8E5FF22}" type="pres">
      <dgm:prSet presAssocID="{078A21DF-6BA7-49EE-8E46-7CBB5A491659}" presName="linNode" presStyleCnt="0"/>
      <dgm:spPr/>
    </dgm:pt>
    <dgm:pt modelId="{1AD00AA8-DE30-46DE-A80C-4D44CED53706}" type="pres">
      <dgm:prSet presAssocID="{078A21DF-6BA7-49EE-8E46-7CBB5A491659}" presName="parentText" presStyleLbl="node1" presStyleIdx="0" presStyleCnt="8">
        <dgm:presLayoutVars>
          <dgm:chMax val="1"/>
          <dgm:bulletEnabled val="1"/>
        </dgm:presLayoutVars>
      </dgm:prSet>
      <dgm:spPr/>
    </dgm:pt>
    <dgm:pt modelId="{C433B1D3-8F77-47F1-A37D-101C15D19D82}" type="pres">
      <dgm:prSet presAssocID="{7DA8F4E4-50C8-4E3D-B102-120376A1A91D}" presName="sp" presStyleCnt="0"/>
      <dgm:spPr/>
    </dgm:pt>
    <dgm:pt modelId="{7989D642-9839-4E29-BA6E-3D353CE7588B}" type="pres">
      <dgm:prSet presAssocID="{C4D07106-7F00-4F98-B6AD-D2CF2EF7730C}" presName="linNode" presStyleCnt="0"/>
      <dgm:spPr/>
    </dgm:pt>
    <dgm:pt modelId="{C18728E1-E0F2-4014-A36E-578700316662}" type="pres">
      <dgm:prSet presAssocID="{C4D07106-7F00-4F98-B6AD-D2CF2EF7730C}" presName="parentText" presStyleLbl="node1" presStyleIdx="1" presStyleCnt="8">
        <dgm:presLayoutVars>
          <dgm:chMax val="1"/>
          <dgm:bulletEnabled val="1"/>
        </dgm:presLayoutVars>
      </dgm:prSet>
      <dgm:spPr/>
    </dgm:pt>
    <dgm:pt modelId="{D0AD5007-F59B-4C13-825F-F60E8D3D7C5A}" type="pres">
      <dgm:prSet presAssocID="{C4D07106-7F00-4F98-B6AD-D2CF2EF7730C}" presName="descendantText" presStyleLbl="alignAccFollowNode1" presStyleIdx="0" presStyleCnt="4">
        <dgm:presLayoutVars>
          <dgm:bulletEnabled val="1"/>
        </dgm:presLayoutVars>
      </dgm:prSet>
      <dgm:spPr/>
    </dgm:pt>
    <dgm:pt modelId="{6C6B0EFF-2F51-40CF-AED2-AA54E4917794}" type="pres">
      <dgm:prSet presAssocID="{2A006BA8-6E93-4A13-A815-6AB5161DBED9}" presName="sp" presStyleCnt="0"/>
      <dgm:spPr/>
    </dgm:pt>
    <dgm:pt modelId="{D4FF4CEA-2ECE-4F5A-B54F-1F4D408F91FF}" type="pres">
      <dgm:prSet presAssocID="{4A3E2B8C-2759-4049-B59F-1B8FFE166CAB}" presName="linNode" presStyleCnt="0"/>
      <dgm:spPr/>
    </dgm:pt>
    <dgm:pt modelId="{52E16264-B5C1-46D0-B7CE-2A90BEC413FE}" type="pres">
      <dgm:prSet presAssocID="{4A3E2B8C-2759-4049-B59F-1B8FFE166CAB}" presName="parentText" presStyleLbl="node1" presStyleIdx="2" presStyleCnt="8">
        <dgm:presLayoutVars>
          <dgm:chMax val="1"/>
          <dgm:bulletEnabled val="1"/>
        </dgm:presLayoutVars>
      </dgm:prSet>
      <dgm:spPr/>
    </dgm:pt>
    <dgm:pt modelId="{1B9BF867-5C79-4333-B350-AA6BE86B253F}" type="pres">
      <dgm:prSet presAssocID="{4A3E2B8C-2759-4049-B59F-1B8FFE166CAB}" presName="descendantText" presStyleLbl="alignAccFollowNode1" presStyleIdx="1" presStyleCnt="4" custScaleY="147739">
        <dgm:presLayoutVars>
          <dgm:bulletEnabled val="1"/>
        </dgm:presLayoutVars>
      </dgm:prSet>
      <dgm:spPr/>
    </dgm:pt>
    <dgm:pt modelId="{6EC758B8-5F5E-458C-AA55-A9FDDC9175F7}" type="pres">
      <dgm:prSet presAssocID="{30AA0DEE-FFB2-49CE-9123-B54D95B817AA}" presName="sp" presStyleCnt="0"/>
      <dgm:spPr/>
    </dgm:pt>
    <dgm:pt modelId="{54B23560-4519-4EB9-853C-528E65F797C3}" type="pres">
      <dgm:prSet presAssocID="{5DF9EEA5-E79D-44FF-8754-20ECEC962594}" presName="linNode" presStyleCnt="0"/>
      <dgm:spPr/>
    </dgm:pt>
    <dgm:pt modelId="{8CC07C23-8E13-4389-8EE0-80A32A4564AC}" type="pres">
      <dgm:prSet presAssocID="{5DF9EEA5-E79D-44FF-8754-20ECEC962594}" presName="parentText" presStyleLbl="node1" presStyleIdx="3" presStyleCnt="8">
        <dgm:presLayoutVars>
          <dgm:chMax val="1"/>
          <dgm:bulletEnabled val="1"/>
        </dgm:presLayoutVars>
      </dgm:prSet>
      <dgm:spPr/>
    </dgm:pt>
    <dgm:pt modelId="{1948CD32-4501-4BB5-92FE-C2201AA37CC6}" type="pres">
      <dgm:prSet presAssocID="{97121A79-3F61-40B2-A132-46F2087427F9}" presName="sp" presStyleCnt="0"/>
      <dgm:spPr/>
    </dgm:pt>
    <dgm:pt modelId="{18865E50-12DF-499E-825A-BD092E923B61}" type="pres">
      <dgm:prSet presAssocID="{B485AAED-E6B1-4B5D-8E52-ECCAFCB0E05E}" presName="linNode" presStyleCnt="0"/>
      <dgm:spPr/>
    </dgm:pt>
    <dgm:pt modelId="{0672207E-F8D7-44CD-AEB0-FF93D0041222}" type="pres">
      <dgm:prSet presAssocID="{B485AAED-E6B1-4B5D-8E52-ECCAFCB0E05E}" presName="parentText" presStyleLbl="node1" presStyleIdx="4" presStyleCnt="8">
        <dgm:presLayoutVars>
          <dgm:chMax val="1"/>
          <dgm:bulletEnabled val="1"/>
        </dgm:presLayoutVars>
      </dgm:prSet>
      <dgm:spPr/>
    </dgm:pt>
    <dgm:pt modelId="{C65A9CA5-D5F1-423E-BA2F-5800F29A5195}" type="pres">
      <dgm:prSet presAssocID="{597290A7-DFD8-4F41-86AC-BE167D967DB6}" presName="sp" presStyleCnt="0"/>
      <dgm:spPr/>
    </dgm:pt>
    <dgm:pt modelId="{E4AC1A50-36FE-43E4-B476-6373543DAF36}" type="pres">
      <dgm:prSet presAssocID="{BD96BD27-EBA9-413D-A68A-4BAB3EAA3737}" presName="linNode" presStyleCnt="0"/>
      <dgm:spPr/>
    </dgm:pt>
    <dgm:pt modelId="{721B2915-A903-44F9-81CE-35AAB8241D0B}" type="pres">
      <dgm:prSet presAssocID="{BD96BD27-EBA9-413D-A68A-4BAB3EAA3737}" presName="parentText" presStyleLbl="node1" presStyleIdx="5" presStyleCnt="8">
        <dgm:presLayoutVars>
          <dgm:chMax val="1"/>
          <dgm:bulletEnabled val="1"/>
        </dgm:presLayoutVars>
      </dgm:prSet>
      <dgm:spPr/>
    </dgm:pt>
    <dgm:pt modelId="{44AFCCFA-24C5-4D5C-9BA8-708D569110C3}" type="pres">
      <dgm:prSet presAssocID="{6B3C81BB-D50B-49E2-8C73-1F70CBD844FF}" presName="sp" presStyleCnt="0"/>
      <dgm:spPr/>
    </dgm:pt>
    <dgm:pt modelId="{CE007F7F-0A4D-4E32-BE39-C7DC3892CB4A}" type="pres">
      <dgm:prSet presAssocID="{05730584-4B79-40FC-814A-0A0022C86DE5}" presName="linNode" presStyleCnt="0"/>
      <dgm:spPr/>
    </dgm:pt>
    <dgm:pt modelId="{5C15CAD1-1EC1-4DCF-B043-E251874A65E5}" type="pres">
      <dgm:prSet presAssocID="{05730584-4B79-40FC-814A-0A0022C86DE5}" presName="parentText" presStyleLbl="node1" presStyleIdx="6" presStyleCnt="8">
        <dgm:presLayoutVars>
          <dgm:chMax val="1"/>
          <dgm:bulletEnabled val="1"/>
        </dgm:presLayoutVars>
      </dgm:prSet>
      <dgm:spPr/>
    </dgm:pt>
    <dgm:pt modelId="{06AC0C0E-AAE0-44E3-87CC-AC15C7E85D99}" type="pres">
      <dgm:prSet presAssocID="{05730584-4B79-40FC-814A-0A0022C86DE5}" presName="descendantText" presStyleLbl="alignAccFollowNode1" presStyleIdx="2" presStyleCnt="4">
        <dgm:presLayoutVars>
          <dgm:bulletEnabled val="1"/>
        </dgm:presLayoutVars>
      </dgm:prSet>
      <dgm:spPr/>
    </dgm:pt>
    <dgm:pt modelId="{DCFEF902-DEDA-4016-B6DA-6DCF04729E71}" type="pres">
      <dgm:prSet presAssocID="{20865751-48A3-4C8E-9C3B-E88B44EB4A6A}" presName="sp" presStyleCnt="0"/>
      <dgm:spPr/>
    </dgm:pt>
    <dgm:pt modelId="{8CB77C82-CD94-490C-BB8D-0256C4374BFE}" type="pres">
      <dgm:prSet presAssocID="{C7160A92-EE39-4F83-9B89-1682FA752224}" presName="linNode" presStyleCnt="0"/>
      <dgm:spPr/>
    </dgm:pt>
    <dgm:pt modelId="{00A4F319-39D6-489E-897E-76B5D8557155}" type="pres">
      <dgm:prSet presAssocID="{C7160A92-EE39-4F83-9B89-1682FA752224}" presName="parentText" presStyleLbl="node1" presStyleIdx="7" presStyleCnt="8">
        <dgm:presLayoutVars>
          <dgm:chMax val="1"/>
          <dgm:bulletEnabled val="1"/>
        </dgm:presLayoutVars>
      </dgm:prSet>
      <dgm:spPr/>
    </dgm:pt>
    <dgm:pt modelId="{CC51E957-5ED0-4DB2-BCA6-F16852808D75}" type="pres">
      <dgm:prSet presAssocID="{C7160A92-EE39-4F83-9B89-1682FA752224}" presName="descendantText" presStyleLbl="alignAccFollowNode1" presStyleIdx="3" presStyleCnt="4" custScaleY="125987">
        <dgm:presLayoutVars>
          <dgm:bulletEnabled val="1"/>
        </dgm:presLayoutVars>
      </dgm:prSet>
      <dgm:spPr/>
    </dgm:pt>
  </dgm:ptLst>
  <dgm:cxnLst>
    <dgm:cxn modelId="{D6FD5700-E121-47DB-A883-DCF704AE310E}" type="presOf" srcId="{078A21DF-6BA7-49EE-8E46-7CBB5A491659}" destId="{1AD00AA8-DE30-46DE-A80C-4D44CED53706}" srcOrd="0" destOrd="0" presId="urn:microsoft.com/office/officeart/2005/8/layout/vList5"/>
    <dgm:cxn modelId="{8CCD4213-64F0-4C43-BBC0-8CCF757CBCEE}" srcId="{C7160A92-EE39-4F83-9B89-1682FA752224}" destId="{401ABED7-92B1-4FFF-836E-A0AB0785C974}" srcOrd="0" destOrd="0" parTransId="{A8EF9B9A-1C7D-4E66-8989-D6764C1EAA4F}" sibTransId="{20A5868E-D049-407A-BF59-A94B9883A55B}"/>
    <dgm:cxn modelId="{4AA32829-9D9C-484A-873F-3F55B46F5EE9}" type="presOf" srcId="{9B0D085E-8D95-4F90-B892-732D92E7AB03}" destId="{D0AD5007-F59B-4C13-825F-F60E8D3D7C5A}" srcOrd="0" destOrd="1" presId="urn:microsoft.com/office/officeart/2005/8/layout/vList5"/>
    <dgm:cxn modelId="{16251138-A97A-4144-BA7B-1A020DFF21DE}" srcId="{E1BD0B99-7FA8-4DC5-97F9-09A0E46FBBB4}" destId="{5DF9EEA5-E79D-44FF-8754-20ECEC962594}" srcOrd="3" destOrd="0" parTransId="{92536D30-F07F-43A5-9B27-932B2128F5C9}" sibTransId="{97121A79-3F61-40B2-A132-46F2087427F9}"/>
    <dgm:cxn modelId="{D303B13B-1FAB-4D19-81BD-2E47853576B2}" srcId="{E1BD0B99-7FA8-4DC5-97F9-09A0E46FBBB4}" destId="{BD96BD27-EBA9-413D-A68A-4BAB3EAA3737}" srcOrd="5" destOrd="0" parTransId="{7E724028-6F15-4D6E-86F3-C7A380D1FFB7}" sibTransId="{6B3C81BB-D50B-49E2-8C73-1F70CBD844FF}"/>
    <dgm:cxn modelId="{6A9D743E-E205-4A88-9054-A1C7FA407C9B}" type="presOf" srcId="{CDF06647-1152-4D65-BC90-9E7CFB378A98}" destId="{D0AD5007-F59B-4C13-825F-F60E8D3D7C5A}" srcOrd="0" destOrd="0" presId="urn:microsoft.com/office/officeart/2005/8/layout/vList5"/>
    <dgm:cxn modelId="{183EB75B-051D-410F-AF42-E823D82C2FE1}" type="presOf" srcId="{401ABED7-92B1-4FFF-836E-A0AB0785C974}" destId="{CC51E957-5ED0-4DB2-BCA6-F16852808D75}" srcOrd="0" destOrd="0" presId="urn:microsoft.com/office/officeart/2005/8/layout/vList5"/>
    <dgm:cxn modelId="{1A799645-4AB8-4132-AB53-4BA3A2090ADB}" type="presOf" srcId="{B485AAED-E6B1-4B5D-8E52-ECCAFCB0E05E}" destId="{0672207E-F8D7-44CD-AEB0-FF93D0041222}" srcOrd="0" destOrd="0" presId="urn:microsoft.com/office/officeart/2005/8/layout/vList5"/>
    <dgm:cxn modelId="{EDA9F247-9D48-45DA-B71B-B43D565E8E88}" type="presOf" srcId="{A240E1E5-ED76-450D-BD80-BE8CB7207C19}" destId="{1B9BF867-5C79-4333-B350-AA6BE86B253F}" srcOrd="0" destOrd="0" presId="urn:microsoft.com/office/officeart/2005/8/layout/vList5"/>
    <dgm:cxn modelId="{2A31B34A-7E92-45BB-80B6-9FEBCBA64745}" srcId="{E1BD0B99-7FA8-4DC5-97F9-09A0E46FBBB4}" destId="{B485AAED-E6B1-4B5D-8E52-ECCAFCB0E05E}" srcOrd="4" destOrd="0" parTransId="{E508A413-AB9D-4A9D-81EB-3A7CAE191A00}" sibTransId="{597290A7-DFD8-4F41-86AC-BE167D967DB6}"/>
    <dgm:cxn modelId="{5E63754F-0D32-43C0-8C10-985382097EDD}" srcId="{4A3E2B8C-2759-4049-B59F-1B8FFE166CAB}" destId="{4CEA250D-7FCA-4C6F-BA4A-853EFB42507A}" srcOrd="1" destOrd="0" parTransId="{B6CF3A4E-6BF2-4601-BE0F-A0128A3C29E7}" sibTransId="{E1766EDB-05ED-4512-A5D2-0244903D05BF}"/>
    <dgm:cxn modelId="{2759AD56-27BD-47CE-A236-A8651AA97391}" type="presOf" srcId="{4CEA250D-7FCA-4C6F-BA4A-853EFB42507A}" destId="{1B9BF867-5C79-4333-B350-AA6BE86B253F}" srcOrd="0" destOrd="1" presId="urn:microsoft.com/office/officeart/2005/8/layout/vList5"/>
    <dgm:cxn modelId="{01F78859-2EA6-40AF-AF31-8EBD3BF561E3}" type="presOf" srcId="{05730584-4B79-40FC-814A-0A0022C86DE5}" destId="{5C15CAD1-1EC1-4DCF-B043-E251874A65E5}" srcOrd="0" destOrd="0" presId="urn:microsoft.com/office/officeart/2005/8/layout/vList5"/>
    <dgm:cxn modelId="{B239408E-6727-45BA-BA3C-6C1037FEBFE4}" srcId="{E1BD0B99-7FA8-4DC5-97F9-09A0E46FBBB4}" destId="{4A3E2B8C-2759-4049-B59F-1B8FFE166CAB}" srcOrd="2" destOrd="0" parTransId="{A77CFDA2-C035-408B-A439-7A2960C6F85C}" sibTransId="{30AA0DEE-FFB2-49CE-9123-B54D95B817AA}"/>
    <dgm:cxn modelId="{B3BEE68E-858C-4576-853B-A89746A423A8}" type="presOf" srcId="{BD96BD27-EBA9-413D-A68A-4BAB3EAA3737}" destId="{721B2915-A903-44F9-81CE-35AAB8241D0B}" srcOrd="0" destOrd="0" presId="urn:microsoft.com/office/officeart/2005/8/layout/vList5"/>
    <dgm:cxn modelId="{2106139E-D4F1-4E66-A1A7-82C0080EC342}" type="presOf" srcId="{4A3E2B8C-2759-4049-B59F-1B8FFE166CAB}" destId="{52E16264-B5C1-46D0-B7CE-2A90BEC413FE}" srcOrd="0" destOrd="0" presId="urn:microsoft.com/office/officeart/2005/8/layout/vList5"/>
    <dgm:cxn modelId="{65D8D99E-28E8-448F-9D54-48C8D9E7A5B6}" type="presOf" srcId="{EB2B667B-10BF-419C-A048-C98881A39F14}" destId="{06AC0C0E-AAE0-44E3-87CC-AC15C7E85D99}" srcOrd="0" destOrd="0" presId="urn:microsoft.com/office/officeart/2005/8/layout/vList5"/>
    <dgm:cxn modelId="{95E01DB4-A49C-412B-87AD-493723F0C6D1}" type="presOf" srcId="{1BEC8DC3-92AA-4FB3-82D3-56841D35E9F8}" destId="{1B9BF867-5C79-4333-B350-AA6BE86B253F}" srcOrd="0" destOrd="2" presId="urn:microsoft.com/office/officeart/2005/8/layout/vList5"/>
    <dgm:cxn modelId="{60653ACC-3979-45EC-8451-70C0AA27FAB9}" type="presOf" srcId="{C4D07106-7F00-4F98-B6AD-D2CF2EF7730C}" destId="{C18728E1-E0F2-4014-A36E-578700316662}" srcOrd="0" destOrd="0" presId="urn:microsoft.com/office/officeart/2005/8/layout/vList5"/>
    <dgm:cxn modelId="{3EFA4BCC-D1C2-488E-90F0-CA01B23D699F}" srcId="{C4D07106-7F00-4F98-B6AD-D2CF2EF7730C}" destId="{9B0D085E-8D95-4F90-B892-732D92E7AB03}" srcOrd="1" destOrd="0" parTransId="{AAEF42A5-CFD0-4C67-9FF7-999455E24925}" sibTransId="{00C629F9-4A16-4704-B91A-0E179FE8AC5C}"/>
    <dgm:cxn modelId="{229F4CD7-6D07-46AD-9CE5-885CA302C319}" type="presOf" srcId="{C7160A92-EE39-4F83-9B89-1682FA752224}" destId="{00A4F319-39D6-489E-897E-76B5D8557155}" srcOrd="0" destOrd="0" presId="urn:microsoft.com/office/officeart/2005/8/layout/vList5"/>
    <dgm:cxn modelId="{AB8D2EDC-FDAC-439A-A6F6-8B6FF8EC9587}" srcId="{E1BD0B99-7FA8-4DC5-97F9-09A0E46FBBB4}" destId="{C7160A92-EE39-4F83-9B89-1682FA752224}" srcOrd="7" destOrd="0" parTransId="{CCA85FA0-F551-4AC9-95F4-E9A88C92B4C3}" sibTransId="{E8CBA91B-DD94-4072-9996-C624A053E5D5}"/>
    <dgm:cxn modelId="{C18E11E2-5385-4087-B399-3439A0C35F29}" srcId="{4A3E2B8C-2759-4049-B59F-1B8FFE166CAB}" destId="{1BEC8DC3-92AA-4FB3-82D3-56841D35E9F8}" srcOrd="2" destOrd="0" parTransId="{F0342088-DB75-4096-9ED6-C1381E50E886}" sibTransId="{867393F4-CB43-4DEE-A669-D435E9B55032}"/>
    <dgm:cxn modelId="{CDB228E2-BBD9-4E2F-9E36-12F9AA638575}" srcId="{E1BD0B99-7FA8-4DC5-97F9-09A0E46FBBB4}" destId="{078A21DF-6BA7-49EE-8E46-7CBB5A491659}" srcOrd="0" destOrd="0" parTransId="{E2FD3CA4-8E89-4E54-BA64-83516FB489B7}" sibTransId="{7DA8F4E4-50C8-4E3D-B102-120376A1A91D}"/>
    <dgm:cxn modelId="{ABB9CFE6-026D-453F-9A8C-AD263E96DF4A}" srcId="{C4D07106-7F00-4F98-B6AD-D2CF2EF7730C}" destId="{CDF06647-1152-4D65-BC90-9E7CFB378A98}" srcOrd="0" destOrd="0" parTransId="{98F4F9D6-0898-490F-B020-D21856DF2CD1}" sibTransId="{779B1EE4-A17F-4E30-B874-B2C6FB886AF0}"/>
    <dgm:cxn modelId="{82C8FCE6-34EF-471B-BAFF-90D19B22F2A7}" srcId="{E1BD0B99-7FA8-4DC5-97F9-09A0E46FBBB4}" destId="{05730584-4B79-40FC-814A-0A0022C86DE5}" srcOrd="6" destOrd="0" parTransId="{2332BB3E-4F52-47F7-B101-4E5B6F110249}" sibTransId="{20865751-48A3-4C8E-9C3B-E88B44EB4A6A}"/>
    <dgm:cxn modelId="{BC58B2E8-5232-4429-8AA1-8D8FBF080B1D}" srcId="{E1BD0B99-7FA8-4DC5-97F9-09A0E46FBBB4}" destId="{C4D07106-7F00-4F98-B6AD-D2CF2EF7730C}" srcOrd="1" destOrd="0" parTransId="{3865E8CF-7E81-4A5E-82F7-4F341232C608}" sibTransId="{2A006BA8-6E93-4A13-A815-6AB5161DBED9}"/>
    <dgm:cxn modelId="{4AA9BAEC-79A0-4E33-B8D4-77A557FF0C4A}" type="presOf" srcId="{5DF9EEA5-E79D-44FF-8754-20ECEC962594}" destId="{8CC07C23-8E13-4389-8EE0-80A32A4564AC}" srcOrd="0" destOrd="0" presId="urn:microsoft.com/office/officeart/2005/8/layout/vList5"/>
    <dgm:cxn modelId="{A921A1EE-189E-42F3-9EBC-964981E506AE}" type="presOf" srcId="{E1BD0B99-7FA8-4DC5-97F9-09A0E46FBBB4}" destId="{B9228CF0-37FA-47C1-BD51-44E76551E52B}" srcOrd="0" destOrd="0" presId="urn:microsoft.com/office/officeart/2005/8/layout/vList5"/>
    <dgm:cxn modelId="{B2C301F1-BAB5-4E79-AB19-3B30BF1586A9}" srcId="{05730584-4B79-40FC-814A-0A0022C86DE5}" destId="{EB2B667B-10BF-419C-A048-C98881A39F14}" srcOrd="0" destOrd="0" parTransId="{624CB578-C81E-4A0D-8680-D0839E8A88B2}" sibTransId="{AD0091FC-F0CF-4A0F-B712-A78AC5DCF689}"/>
    <dgm:cxn modelId="{EEC873F4-1450-4BA7-A713-88214049C603}" srcId="{4A3E2B8C-2759-4049-B59F-1B8FFE166CAB}" destId="{A240E1E5-ED76-450D-BD80-BE8CB7207C19}" srcOrd="0" destOrd="0" parTransId="{6883CDB1-F7CD-43A1-8EEA-ABD74C7D5049}" sibTransId="{3ECE229A-9C57-4F75-9A84-F82FBC9ECAF5}"/>
    <dgm:cxn modelId="{E1FB33C9-5FF4-44D0-BA0C-F99860F3DAB8}" type="presParOf" srcId="{B9228CF0-37FA-47C1-BD51-44E76551E52B}" destId="{23C3BE8A-16BC-43BF-A7E0-70CED8E5FF22}" srcOrd="0" destOrd="0" presId="urn:microsoft.com/office/officeart/2005/8/layout/vList5"/>
    <dgm:cxn modelId="{E3761546-4CC2-48A0-BCBC-FEEE5A11886F}" type="presParOf" srcId="{23C3BE8A-16BC-43BF-A7E0-70CED8E5FF22}" destId="{1AD00AA8-DE30-46DE-A80C-4D44CED53706}" srcOrd="0" destOrd="0" presId="urn:microsoft.com/office/officeart/2005/8/layout/vList5"/>
    <dgm:cxn modelId="{BD07E421-46E2-4ABC-95AB-93ACDF3542AE}" type="presParOf" srcId="{B9228CF0-37FA-47C1-BD51-44E76551E52B}" destId="{C433B1D3-8F77-47F1-A37D-101C15D19D82}" srcOrd="1" destOrd="0" presId="urn:microsoft.com/office/officeart/2005/8/layout/vList5"/>
    <dgm:cxn modelId="{50B704FE-3CB9-4687-8864-319AC9C5C669}" type="presParOf" srcId="{B9228CF0-37FA-47C1-BD51-44E76551E52B}" destId="{7989D642-9839-4E29-BA6E-3D353CE7588B}" srcOrd="2" destOrd="0" presId="urn:microsoft.com/office/officeart/2005/8/layout/vList5"/>
    <dgm:cxn modelId="{50CA11B9-93E3-426A-A44F-4B0BF1F7EBE7}" type="presParOf" srcId="{7989D642-9839-4E29-BA6E-3D353CE7588B}" destId="{C18728E1-E0F2-4014-A36E-578700316662}" srcOrd="0" destOrd="0" presId="urn:microsoft.com/office/officeart/2005/8/layout/vList5"/>
    <dgm:cxn modelId="{64529DE4-426B-4033-AC0F-A5090F424AF3}" type="presParOf" srcId="{7989D642-9839-4E29-BA6E-3D353CE7588B}" destId="{D0AD5007-F59B-4C13-825F-F60E8D3D7C5A}" srcOrd="1" destOrd="0" presId="urn:microsoft.com/office/officeart/2005/8/layout/vList5"/>
    <dgm:cxn modelId="{46FC7511-59AF-4A84-B172-BB7F1E520DA9}" type="presParOf" srcId="{B9228CF0-37FA-47C1-BD51-44E76551E52B}" destId="{6C6B0EFF-2F51-40CF-AED2-AA54E4917794}" srcOrd="3" destOrd="0" presId="urn:microsoft.com/office/officeart/2005/8/layout/vList5"/>
    <dgm:cxn modelId="{389D5AFB-59FE-4F0A-A00E-E7DAB482DFC4}" type="presParOf" srcId="{B9228CF0-37FA-47C1-BD51-44E76551E52B}" destId="{D4FF4CEA-2ECE-4F5A-B54F-1F4D408F91FF}" srcOrd="4" destOrd="0" presId="urn:microsoft.com/office/officeart/2005/8/layout/vList5"/>
    <dgm:cxn modelId="{4B479494-BD12-417B-ACBC-41961D8D59AE}" type="presParOf" srcId="{D4FF4CEA-2ECE-4F5A-B54F-1F4D408F91FF}" destId="{52E16264-B5C1-46D0-B7CE-2A90BEC413FE}" srcOrd="0" destOrd="0" presId="urn:microsoft.com/office/officeart/2005/8/layout/vList5"/>
    <dgm:cxn modelId="{8B72493F-7256-459A-A6F1-5D03C1D5A1E0}" type="presParOf" srcId="{D4FF4CEA-2ECE-4F5A-B54F-1F4D408F91FF}" destId="{1B9BF867-5C79-4333-B350-AA6BE86B253F}" srcOrd="1" destOrd="0" presId="urn:microsoft.com/office/officeart/2005/8/layout/vList5"/>
    <dgm:cxn modelId="{C22CC1F8-6D24-4530-BC8C-B6BEE837A132}" type="presParOf" srcId="{B9228CF0-37FA-47C1-BD51-44E76551E52B}" destId="{6EC758B8-5F5E-458C-AA55-A9FDDC9175F7}" srcOrd="5" destOrd="0" presId="urn:microsoft.com/office/officeart/2005/8/layout/vList5"/>
    <dgm:cxn modelId="{5081A886-20B8-4708-BD82-C01878F460F7}" type="presParOf" srcId="{B9228CF0-37FA-47C1-BD51-44E76551E52B}" destId="{54B23560-4519-4EB9-853C-528E65F797C3}" srcOrd="6" destOrd="0" presId="urn:microsoft.com/office/officeart/2005/8/layout/vList5"/>
    <dgm:cxn modelId="{A2C2134F-D254-47F0-8BD6-D6287881B518}" type="presParOf" srcId="{54B23560-4519-4EB9-853C-528E65F797C3}" destId="{8CC07C23-8E13-4389-8EE0-80A32A4564AC}" srcOrd="0" destOrd="0" presId="urn:microsoft.com/office/officeart/2005/8/layout/vList5"/>
    <dgm:cxn modelId="{CD6EE221-9800-4F75-9220-BC8E55B8BFFE}" type="presParOf" srcId="{B9228CF0-37FA-47C1-BD51-44E76551E52B}" destId="{1948CD32-4501-4BB5-92FE-C2201AA37CC6}" srcOrd="7" destOrd="0" presId="urn:microsoft.com/office/officeart/2005/8/layout/vList5"/>
    <dgm:cxn modelId="{E9D74806-2E93-4687-AD86-1ECB6B3ABC7F}" type="presParOf" srcId="{B9228CF0-37FA-47C1-BD51-44E76551E52B}" destId="{18865E50-12DF-499E-825A-BD092E923B61}" srcOrd="8" destOrd="0" presId="urn:microsoft.com/office/officeart/2005/8/layout/vList5"/>
    <dgm:cxn modelId="{956851D6-177E-4169-A808-011B18A4A181}" type="presParOf" srcId="{18865E50-12DF-499E-825A-BD092E923B61}" destId="{0672207E-F8D7-44CD-AEB0-FF93D0041222}" srcOrd="0" destOrd="0" presId="urn:microsoft.com/office/officeart/2005/8/layout/vList5"/>
    <dgm:cxn modelId="{CF9DB017-2876-436D-B82A-26533506FAA2}" type="presParOf" srcId="{B9228CF0-37FA-47C1-BD51-44E76551E52B}" destId="{C65A9CA5-D5F1-423E-BA2F-5800F29A5195}" srcOrd="9" destOrd="0" presId="urn:microsoft.com/office/officeart/2005/8/layout/vList5"/>
    <dgm:cxn modelId="{6C3802DB-2A48-40DE-B627-D939FAE593C8}" type="presParOf" srcId="{B9228CF0-37FA-47C1-BD51-44E76551E52B}" destId="{E4AC1A50-36FE-43E4-B476-6373543DAF36}" srcOrd="10" destOrd="0" presId="urn:microsoft.com/office/officeart/2005/8/layout/vList5"/>
    <dgm:cxn modelId="{EC19B304-E4CE-4C4F-ADB7-D892231B5A4C}" type="presParOf" srcId="{E4AC1A50-36FE-43E4-B476-6373543DAF36}" destId="{721B2915-A903-44F9-81CE-35AAB8241D0B}" srcOrd="0" destOrd="0" presId="urn:microsoft.com/office/officeart/2005/8/layout/vList5"/>
    <dgm:cxn modelId="{985A8E51-404D-44B7-BECA-62C309DC93A5}" type="presParOf" srcId="{B9228CF0-37FA-47C1-BD51-44E76551E52B}" destId="{44AFCCFA-24C5-4D5C-9BA8-708D569110C3}" srcOrd="11" destOrd="0" presId="urn:microsoft.com/office/officeart/2005/8/layout/vList5"/>
    <dgm:cxn modelId="{818CF782-C262-42F5-8068-1DC8B63D48FB}" type="presParOf" srcId="{B9228CF0-37FA-47C1-BD51-44E76551E52B}" destId="{CE007F7F-0A4D-4E32-BE39-C7DC3892CB4A}" srcOrd="12" destOrd="0" presId="urn:microsoft.com/office/officeart/2005/8/layout/vList5"/>
    <dgm:cxn modelId="{73EA52B7-A83B-4766-8787-4B89E9DF32A9}" type="presParOf" srcId="{CE007F7F-0A4D-4E32-BE39-C7DC3892CB4A}" destId="{5C15CAD1-1EC1-4DCF-B043-E251874A65E5}" srcOrd="0" destOrd="0" presId="urn:microsoft.com/office/officeart/2005/8/layout/vList5"/>
    <dgm:cxn modelId="{08FF6648-8406-454A-BE8E-5FEEABC990E0}" type="presParOf" srcId="{CE007F7F-0A4D-4E32-BE39-C7DC3892CB4A}" destId="{06AC0C0E-AAE0-44E3-87CC-AC15C7E85D99}" srcOrd="1" destOrd="0" presId="urn:microsoft.com/office/officeart/2005/8/layout/vList5"/>
    <dgm:cxn modelId="{45563BBC-D625-43AD-9474-3952101839A9}" type="presParOf" srcId="{B9228CF0-37FA-47C1-BD51-44E76551E52B}" destId="{DCFEF902-DEDA-4016-B6DA-6DCF04729E71}" srcOrd="13" destOrd="0" presId="urn:microsoft.com/office/officeart/2005/8/layout/vList5"/>
    <dgm:cxn modelId="{FA6D92D1-D8F8-46E4-8D01-63C29D5D9CBD}" type="presParOf" srcId="{B9228CF0-37FA-47C1-BD51-44E76551E52B}" destId="{8CB77C82-CD94-490C-BB8D-0256C4374BFE}" srcOrd="14" destOrd="0" presId="urn:microsoft.com/office/officeart/2005/8/layout/vList5"/>
    <dgm:cxn modelId="{7C079ED3-2116-4492-A7DF-5106DB751479}" type="presParOf" srcId="{8CB77C82-CD94-490C-BB8D-0256C4374BFE}" destId="{00A4F319-39D6-489E-897E-76B5D8557155}" srcOrd="0" destOrd="0" presId="urn:microsoft.com/office/officeart/2005/8/layout/vList5"/>
    <dgm:cxn modelId="{8D0FA265-0A81-42CC-84B6-3A33AF7ECA6B}" type="presParOf" srcId="{8CB77C82-CD94-490C-BB8D-0256C4374BFE}" destId="{CC51E957-5ED0-4DB2-BCA6-F16852808D7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BE9DDA-25FE-4703-8EA6-5DA65D729F80}">
      <dsp:nvSpPr>
        <dsp:cNvPr id="0" name=""/>
        <dsp:cNvSpPr/>
      </dsp:nvSpPr>
      <dsp:spPr>
        <a:xfrm>
          <a:off x="0" y="52413"/>
          <a:ext cx="10515600" cy="35100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This dataset designed to understand the factors that lead a person to leave current job for HR researches too. By model(s) that uses the current credentials, demographics, experience data you will predict the probability of a candidate to look for a new job or will work for the company, as well as interpreting affected factors on employee decision.</a:t>
          </a:r>
        </a:p>
      </dsp:txBody>
      <dsp:txXfrm>
        <a:off x="171344" y="223757"/>
        <a:ext cx="10172912" cy="3167312"/>
      </dsp:txXfrm>
    </dsp:sp>
    <dsp:sp modelId="{D4B73122-D6DE-4670-A6C8-0CC7BE3A6FBE}">
      <dsp:nvSpPr>
        <dsp:cNvPr id="0" name=""/>
        <dsp:cNvSpPr/>
      </dsp:nvSpPr>
      <dsp:spPr>
        <a:xfrm>
          <a:off x="0" y="3562413"/>
          <a:ext cx="10515600" cy="111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t>Dataset is split in three files 1&gt;&gt; train, 2&gt;&gt; test without result &amp; 3&gt;&gt; result only for the test data</a:t>
          </a:r>
        </a:p>
        <a:p>
          <a:pPr marL="228600" lvl="1" indent="-228600" algn="l" defTabSz="1022350">
            <a:lnSpc>
              <a:spcPct val="90000"/>
            </a:lnSpc>
            <a:spcBef>
              <a:spcPct val="0"/>
            </a:spcBef>
            <a:spcAft>
              <a:spcPct val="20000"/>
            </a:spcAft>
            <a:buChar char="•"/>
          </a:pPr>
          <a:r>
            <a:rPr lang="en-US" sz="2300" kern="1200" dirty="0"/>
            <a:t>Dataset contains 21,287 rows &amp; 14 columns before cleaning</a:t>
          </a:r>
        </a:p>
      </dsp:txBody>
      <dsp:txXfrm>
        <a:off x="0" y="3562413"/>
        <a:ext cx="10515600" cy="11178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B13E84-D0A2-4D19-A5E8-895F899138AC}">
      <dsp:nvSpPr>
        <dsp:cNvPr id="0" name=""/>
        <dsp:cNvSpPr/>
      </dsp:nvSpPr>
      <dsp:spPr>
        <a:xfrm>
          <a:off x="0" y="679"/>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3E1701-7D30-442D-8DA1-27B3FC104CC8}">
      <dsp:nvSpPr>
        <dsp:cNvPr id="0" name=""/>
        <dsp:cNvSpPr/>
      </dsp:nvSpPr>
      <dsp:spPr>
        <a:xfrm>
          <a:off x="0" y="679"/>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enrollee_id : Unique ID for candidate.</a:t>
          </a:r>
        </a:p>
      </dsp:txBody>
      <dsp:txXfrm>
        <a:off x="0" y="679"/>
        <a:ext cx="11199724" cy="397530"/>
      </dsp:txXfrm>
    </dsp:sp>
    <dsp:sp modelId="{ADD60D36-DEA8-459C-9FBC-EEA43DA56E06}">
      <dsp:nvSpPr>
        <dsp:cNvPr id="0" name=""/>
        <dsp:cNvSpPr/>
      </dsp:nvSpPr>
      <dsp:spPr>
        <a:xfrm>
          <a:off x="0" y="398210"/>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D1AD82-EE4D-48C4-8338-9E2475587431}">
      <dsp:nvSpPr>
        <dsp:cNvPr id="0" name=""/>
        <dsp:cNvSpPr/>
      </dsp:nvSpPr>
      <dsp:spPr>
        <a:xfrm>
          <a:off x="0" y="398210"/>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city: City code.</a:t>
          </a:r>
        </a:p>
      </dsp:txBody>
      <dsp:txXfrm>
        <a:off x="0" y="398210"/>
        <a:ext cx="11199724" cy="397530"/>
      </dsp:txXfrm>
    </dsp:sp>
    <dsp:sp modelId="{D62C7805-CD9F-4346-A2DD-D91C7C224F9E}">
      <dsp:nvSpPr>
        <dsp:cNvPr id="0" name=""/>
        <dsp:cNvSpPr/>
      </dsp:nvSpPr>
      <dsp:spPr>
        <a:xfrm>
          <a:off x="0" y="795740"/>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D20FE3-FCE0-415F-8851-153AC0FFE397}">
      <dsp:nvSpPr>
        <dsp:cNvPr id="0" name=""/>
        <dsp:cNvSpPr/>
      </dsp:nvSpPr>
      <dsp:spPr>
        <a:xfrm>
          <a:off x="0" y="795740"/>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city_ development _index : Developement index of the city (scaled).</a:t>
          </a:r>
        </a:p>
      </dsp:txBody>
      <dsp:txXfrm>
        <a:off x="0" y="795740"/>
        <a:ext cx="11199724" cy="397530"/>
      </dsp:txXfrm>
    </dsp:sp>
    <dsp:sp modelId="{5ED3D7A5-C4F7-4FFA-9413-EA8A7106863E}">
      <dsp:nvSpPr>
        <dsp:cNvPr id="0" name=""/>
        <dsp:cNvSpPr/>
      </dsp:nvSpPr>
      <dsp:spPr>
        <a:xfrm>
          <a:off x="0" y="1193271"/>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28B12D-90CA-482C-A31E-443C2EAD7BA9}">
      <dsp:nvSpPr>
        <dsp:cNvPr id="0" name=""/>
        <dsp:cNvSpPr/>
      </dsp:nvSpPr>
      <dsp:spPr>
        <a:xfrm>
          <a:off x="0" y="1193271"/>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gender: Gender of candidate</a:t>
          </a:r>
        </a:p>
      </dsp:txBody>
      <dsp:txXfrm>
        <a:off x="0" y="1193271"/>
        <a:ext cx="11199724" cy="397530"/>
      </dsp:txXfrm>
    </dsp:sp>
    <dsp:sp modelId="{4887A166-4A13-4248-B491-995821FF3629}">
      <dsp:nvSpPr>
        <dsp:cNvPr id="0" name=""/>
        <dsp:cNvSpPr/>
      </dsp:nvSpPr>
      <dsp:spPr>
        <a:xfrm>
          <a:off x="0" y="1590801"/>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587B00-E82F-4609-B84C-BDA515620A1C}">
      <dsp:nvSpPr>
        <dsp:cNvPr id="0" name=""/>
        <dsp:cNvSpPr/>
      </dsp:nvSpPr>
      <dsp:spPr>
        <a:xfrm>
          <a:off x="0" y="1590801"/>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relevent_experience: Relevant experience of candidate</a:t>
          </a:r>
        </a:p>
      </dsp:txBody>
      <dsp:txXfrm>
        <a:off x="0" y="1590801"/>
        <a:ext cx="11199724" cy="397530"/>
      </dsp:txXfrm>
    </dsp:sp>
    <dsp:sp modelId="{061A9FB3-3608-4F15-96F8-4AE49588823F}">
      <dsp:nvSpPr>
        <dsp:cNvPr id="0" name=""/>
        <dsp:cNvSpPr/>
      </dsp:nvSpPr>
      <dsp:spPr>
        <a:xfrm>
          <a:off x="0" y="1988332"/>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F2FAB8-6A79-4771-B902-E3AE54E6C67A}">
      <dsp:nvSpPr>
        <dsp:cNvPr id="0" name=""/>
        <dsp:cNvSpPr/>
      </dsp:nvSpPr>
      <dsp:spPr>
        <a:xfrm>
          <a:off x="0" y="1988332"/>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enrolled_university: Type of University course enrolled if any</a:t>
          </a:r>
        </a:p>
      </dsp:txBody>
      <dsp:txXfrm>
        <a:off x="0" y="1988332"/>
        <a:ext cx="11199724" cy="397530"/>
      </dsp:txXfrm>
    </dsp:sp>
    <dsp:sp modelId="{027AF67D-6838-4ECC-8B36-435B4D5F2170}">
      <dsp:nvSpPr>
        <dsp:cNvPr id="0" name=""/>
        <dsp:cNvSpPr/>
      </dsp:nvSpPr>
      <dsp:spPr>
        <a:xfrm>
          <a:off x="0" y="2385862"/>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4C1A1C-3F37-408B-B085-7CAE9AAECA30}">
      <dsp:nvSpPr>
        <dsp:cNvPr id="0" name=""/>
        <dsp:cNvSpPr/>
      </dsp:nvSpPr>
      <dsp:spPr>
        <a:xfrm>
          <a:off x="0" y="2385862"/>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education_level: Education level of candidate</a:t>
          </a:r>
        </a:p>
      </dsp:txBody>
      <dsp:txXfrm>
        <a:off x="0" y="2385862"/>
        <a:ext cx="11199724" cy="397530"/>
      </dsp:txXfrm>
    </dsp:sp>
    <dsp:sp modelId="{D5172BB8-9B7B-4DA4-8D8A-6C4BB11B6DD7}">
      <dsp:nvSpPr>
        <dsp:cNvPr id="0" name=""/>
        <dsp:cNvSpPr/>
      </dsp:nvSpPr>
      <dsp:spPr>
        <a:xfrm>
          <a:off x="0" y="2783392"/>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67AF12-275C-4659-96AA-1695F07821DA}">
      <dsp:nvSpPr>
        <dsp:cNvPr id="0" name=""/>
        <dsp:cNvSpPr/>
      </dsp:nvSpPr>
      <dsp:spPr>
        <a:xfrm>
          <a:off x="0" y="2783392"/>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err="1"/>
            <a:t>major_discipline</a:t>
          </a:r>
          <a:r>
            <a:rPr lang="en-US" sz="1800" kern="1200" dirty="0"/>
            <a:t> :Education major discipline of candidate</a:t>
          </a:r>
        </a:p>
      </dsp:txBody>
      <dsp:txXfrm>
        <a:off x="0" y="2783392"/>
        <a:ext cx="11199724" cy="397530"/>
      </dsp:txXfrm>
    </dsp:sp>
    <dsp:sp modelId="{2F0032D5-2B71-4B3E-B66C-F657656231EC}">
      <dsp:nvSpPr>
        <dsp:cNvPr id="0" name=""/>
        <dsp:cNvSpPr/>
      </dsp:nvSpPr>
      <dsp:spPr>
        <a:xfrm>
          <a:off x="0" y="3180923"/>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D2E009-8118-4863-ABFD-5945188707C3}">
      <dsp:nvSpPr>
        <dsp:cNvPr id="0" name=""/>
        <dsp:cNvSpPr/>
      </dsp:nvSpPr>
      <dsp:spPr>
        <a:xfrm>
          <a:off x="0" y="3180923"/>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experience: Candidate total experience in years</a:t>
          </a:r>
        </a:p>
      </dsp:txBody>
      <dsp:txXfrm>
        <a:off x="0" y="3180923"/>
        <a:ext cx="11199724" cy="397530"/>
      </dsp:txXfrm>
    </dsp:sp>
    <dsp:sp modelId="{16107CC1-B7FA-4139-B391-05B75C8E7FB2}">
      <dsp:nvSpPr>
        <dsp:cNvPr id="0" name=""/>
        <dsp:cNvSpPr/>
      </dsp:nvSpPr>
      <dsp:spPr>
        <a:xfrm>
          <a:off x="0" y="3578453"/>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23EED0-8754-4A74-B9CA-02643B125D10}">
      <dsp:nvSpPr>
        <dsp:cNvPr id="0" name=""/>
        <dsp:cNvSpPr/>
      </dsp:nvSpPr>
      <dsp:spPr>
        <a:xfrm>
          <a:off x="0" y="3578453"/>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company_size: No of employees in current employer's company</a:t>
          </a:r>
        </a:p>
      </dsp:txBody>
      <dsp:txXfrm>
        <a:off x="0" y="3578453"/>
        <a:ext cx="11199724" cy="397530"/>
      </dsp:txXfrm>
    </dsp:sp>
    <dsp:sp modelId="{4C9D8C42-4B74-42CD-BC24-68086101787D}">
      <dsp:nvSpPr>
        <dsp:cNvPr id="0" name=""/>
        <dsp:cNvSpPr/>
      </dsp:nvSpPr>
      <dsp:spPr>
        <a:xfrm>
          <a:off x="0" y="3975984"/>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B872ED-254F-444D-8D39-CF2C4CC3ECB7}">
      <dsp:nvSpPr>
        <dsp:cNvPr id="0" name=""/>
        <dsp:cNvSpPr/>
      </dsp:nvSpPr>
      <dsp:spPr>
        <a:xfrm>
          <a:off x="0" y="3975984"/>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company_type : Type of current employer</a:t>
          </a:r>
        </a:p>
      </dsp:txBody>
      <dsp:txXfrm>
        <a:off x="0" y="3975984"/>
        <a:ext cx="11199724" cy="397530"/>
      </dsp:txXfrm>
    </dsp:sp>
    <dsp:sp modelId="{CBC0E679-693E-4B72-A087-FC8FDD1F565E}">
      <dsp:nvSpPr>
        <dsp:cNvPr id="0" name=""/>
        <dsp:cNvSpPr/>
      </dsp:nvSpPr>
      <dsp:spPr>
        <a:xfrm>
          <a:off x="0" y="4373514"/>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5C22A4-37E7-4AB8-830A-79A868ABBE33}">
      <dsp:nvSpPr>
        <dsp:cNvPr id="0" name=""/>
        <dsp:cNvSpPr/>
      </dsp:nvSpPr>
      <dsp:spPr>
        <a:xfrm>
          <a:off x="0" y="4373514"/>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last_new_job: Difference in years between previous job and current job</a:t>
          </a:r>
        </a:p>
      </dsp:txBody>
      <dsp:txXfrm>
        <a:off x="0" y="4373514"/>
        <a:ext cx="11199724" cy="397530"/>
      </dsp:txXfrm>
    </dsp:sp>
    <dsp:sp modelId="{30ED46FC-9AEB-4979-B05B-B67C5C27E7AD}">
      <dsp:nvSpPr>
        <dsp:cNvPr id="0" name=""/>
        <dsp:cNvSpPr/>
      </dsp:nvSpPr>
      <dsp:spPr>
        <a:xfrm>
          <a:off x="0" y="4771045"/>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1FD4A0-A702-474C-A330-8281382A5A09}">
      <dsp:nvSpPr>
        <dsp:cNvPr id="0" name=""/>
        <dsp:cNvSpPr/>
      </dsp:nvSpPr>
      <dsp:spPr>
        <a:xfrm>
          <a:off x="0" y="4771045"/>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training_hours: training hours completed</a:t>
          </a:r>
        </a:p>
      </dsp:txBody>
      <dsp:txXfrm>
        <a:off x="0" y="4771045"/>
        <a:ext cx="11199724" cy="397530"/>
      </dsp:txXfrm>
    </dsp:sp>
    <dsp:sp modelId="{0C8B9CEC-B4DE-4C97-9A31-A15E6B7C0C72}">
      <dsp:nvSpPr>
        <dsp:cNvPr id="0" name=""/>
        <dsp:cNvSpPr/>
      </dsp:nvSpPr>
      <dsp:spPr>
        <a:xfrm>
          <a:off x="0" y="5168575"/>
          <a:ext cx="111997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421B86-753E-4D1A-B8E4-8A57C8133411}">
      <dsp:nvSpPr>
        <dsp:cNvPr id="0" name=""/>
        <dsp:cNvSpPr/>
      </dsp:nvSpPr>
      <dsp:spPr>
        <a:xfrm>
          <a:off x="0" y="5168575"/>
          <a:ext cx="11199724" cy="397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target: 0 – Not looking for job change, 1 – Looking for a job change</a:t>
          </a:r>
        </a:p>
      </dsp:txBody>
      <dsp:txXfrm>
        <a:off x="0" y="5168575"/>
        <a:ext cx="11199724" cy="3975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7652D5-8853-4541-A977-E5AEFC789D3B}">
      <dsp:nvSpPr>
        <dsp:cNvPr id="0" name=""/>
        <dsp:cNvSpPr/>
      </dsp:nvSpPr>
      <dsp:spPr>
        <a:xfrm>
          <a:off x="0" y="1063"/>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                 </a:t>
          </a:r>
          <a:r>
            <a:rPr lang="en-US" sz="1600" kern="1200" dirty="0" err="1"/>
            <a:t>city_development_index</a:t>
          </a:r>
          <a:r>
            <a:rPr lang="en-US" sz="1600" kern="1200" dirty="0"/>
            <a:t>           </a:t>
          </a:r>
          <a:r>
            <a:rPr lang="en-US" sz="1600" kern="1200" dirty="0" err="1"/>
            <a:t>training_hours</a:t>
          </a:r>
          <a:r>
            <a:rPr lang="en-US" sz="1600" kern="1200" dirty="0"/>
            <a:t>	    target</a:t>
          </a:r>
        </a:p>
      </dsp:txBody>
      <dsp:txXfrm>
        <a:off x="13436" y="14499"/>
        <a:ext cx="7364529" cy="248375"/>
      </dsp:txXfrm>
    </dsp:sp>
    <dsp:sp modelId="{A00A3F6F-89EB-46D8-9B54-BD93EC0A8B4D}">
      <dsp:nvSpPr>
        <dsp:cNvPr id="0" name=""/>
        <dsp:cNvSpPr/>
      </dsp:nvSpPr>
      <dsp:spPr>
        <a:xfrm>
          <a:off x="0" y="286576"/>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count	21287.000000	                           21287.000000	    21287.000000</a:t>
          </a:r>
        </a:p>
      </dsp:txBody>
      <dsp:txXfrm>
        <a:off x="13436" y="300012"/>
        <a:ext cx="7364529" cy="248375"/>
      </dsp:txXfrm>
    </dsp:sp>
    <dsp:sp modelId="{05C64F88-A6C1-41AB-87EE-61F2874ED19F}">
      <dsp:nvSpPr>
        <dsp:cNvPr id="0" name=""/>
        <dsp:cNvSpPr/>
      </dsp:nvSpPr>
      <dsp:spPr>
        <a:xfrm>
          <a:off x="0" y="572089"/>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mean	0.828462	                            65.328510	                       0.274416</a:t>
          </a:r>
        </a:p>
      </dsp:txBody>
      <dsp:txXfrm>
        <a:off x="13436" y="585525"/>
        <a:ext cx="7364529" cy="248375"/>
      </dsp:txXfrm>
    </dsp:sp>
    <dsp:sp modelId="{168B8113-7AA3-4F07-A692-64D988F544F0}">
      <dsp:nvSpPr>
        <dsp:cNvPr id="0" name=""/>
        <dsp:cNvSpPr/>
      </dsp:nvSpPr>
      <dsp:spPr>
        <a:xfrm>
          <a:off x="0" y="857601"/>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std	0.123537	                             60.075201	                       0.417273</a:t>
          </a:r>
        </a:p>
      </dsp:txBody>
      <dsp:txXfrm>
        <a:off x="13436" y="871037"/>
        <a:ext cx="7364529" cy="248375"/>
      </dsp:txXfrm>
    </dsp:sp>
    <dsp:sp modelId="{252BD45D-184E-4EDF-9DF2-3C69D2970C85}">
      <dsp:nvSpPr>
        <dsp:cNvPr id="0" name=""/>
        <dsp:cNvSpPr/>
      </dsp:nvSpPr>
      <dsp:spPr>
        <a:xfrm>
          <a:off x="0" y="1143114"/>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min	0.448000                                          1.000000	                       0.000000</a:t>
          </a:r>
        </a:p>
      </dsp:txBody>
      <dsp:txXfrm>
        <a:off x="13436" y="1156550"/>
        <a:ext cx="7364529" cy="248375"/>
      </dsp:txXfrm>
    </dsp:sp>
    <dsp:sp modelId="{F634D0EF-DA61-4F87-AB15-602ACBB40C27}">
      <dsp:nvSpPr>
        <dsp:cNvPr id="0" name=""/>
        <dsp:cNvSpPr/>
      </dsp:nvSpPr>
      <dsp:spPr>
        <a:xfrm>
          <a:off x="0" y="1428627"/>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25%	0.739000	                             23.000000	                       0.000000</a:t>
          </a:r>
        </a:p>
      </dsp:txBody>
      <dsp:txXfrm>
        <a:off x="13436" y="1442063"/>
        <a:ext cx="7364529" cy="248375"/>
      </dsp:txXfrm>
    </dsp:sp>
    <dsp:sp modelId="{E80B64F3-76B2-4CD3-83AF-7B79668B943B}">
      <dsp:nvSpPr>
        <dsp:cNvPr id="0" name=""/>
        <dsp:cNvSpPr/>
      </dsp:nvSpPr>
      <dsp:spPr>
        <a:xfrm>
          <a:off x="0" y="1714139"/>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50%	0.903000                                            47.000000                      0.000000</a:t>
          </a:r>
        </a:p>
      </dsp:txBody>
      <dsp:txXfrm>
        <a:off x="13436" y="1727575"/>
        <a:ext cx="7364529" cy="248375"/>
      </dsp:txXfrm>
    </dsp:sp>
    <dsp:sp modelId="{8ED008BB-5485-47D1-8449-E78330044893}">
      <dsp:nvSpPr>
        <dsp:cNvPr id="0" name=""/>
        <dsp:cNvSpPr/>
      </dsp:nvSpPr>
      <dsp:spPr>
        <a:xfrm>
          <a:off x="0" y="1999652"/>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75%	0.920000	                              88.000000               	    0.500000</a:t>
          </a:r>
        </a:p>
      </dsp:txBody>
      <dsp:txXfrm>
        <a:off x="13436" y="2013088"/>
        <a:ext cx="7364529" cy="248375"/>
      </dsp:txXfrm>
    </dsp:sp>
    <dsp:sp modelId="{2F742F26-FBAE-460F-89F8-AC257FBBFCA3}">
      <dsp:nvSpPr>
        <dsp:cNvPr id="0" name=""/>
        <dsp:cNvSpPr/>
      </dsp:nvSpPr>
      <dsp:spPr>
        <a:xfrm>
          <a:off x="0" y="2285165"/>
          <a:ext cx="7391401" cy="2752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max	0.949000	                              336.000000	     1.000000</a:t>
          </a:r>
        </a:p>
      </dsp:txBody>
      <dsp:txXfrm>
        <a:off x="13436" y="2298601"/>
        <a:ext cx="7364529" cy="2483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C5226-8F30-4891-8E17-88EF0AADD10D}">
      <dsp:nvSpPr>
        <dsp:cNvPr id="0" name=""/>
        <dsp:cNvSpPr/>
      </dsp:nvSpPr>
      <dsp:spPr>
        <a:xfrm>
          <a:off x="0" y="677"/>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710B3E-007F-4D4D-B4D8-17F485EF9F32}">
      <dsp:nvSpPr>
        <dsp:cNvPr id="0" name=""/>
        <dsp:cNvSpPr/>
      </dsp:nvSpPr>
      <dsp:spPr>
        <a:xfrm>
          <a:off x="0" y="677"/>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city_development_index             0</a:t>
          </a:r>
        </a:p>
      </dsp:txBody>
      <dsp:txXfrm>
        <a:off x="0" y="677"/>
        <a:ext cx="6555347" cy="426514"/>
      </dsp:txXfrm>
    </dsp:sp>
    <dsp:sp modelId="{927AE061-425F-44E7-A7AE-D17530A4C5BE}">
      <dsp:nvSpPr>
        <dsp:cNvPr id="0" name=""/>
        <dsp:cNvSpPr/>
      </dsp:nvSpPr>
      <dsp:spPr>
        <a:xfrm>
          <a:off x="0" y="427191"/>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B7CCF0-8278-4FB0-8104-817B394E026A}">
      <dsp:nvSpPr>
        <dsp:cNvPr id="0" name=""/>
        <dsp:cNvSpPr/>
      </dsp:nvSpPr>
      <dsp:spPr>
        <a:xfrm>
          <a:off x="0" y="427191"/>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gender                                          5016</a:t>
          </a:r>
        </a:p>
      </dsp:txBody>
      <dsp:txXfrm>
        <a:off x="0" y="427191"/>
        <a:ext cx="6555347" cy="426514"/>
      </dsp:txXfrm>
    </dsp:sp>
    <dsp:sp modelId="{7516A235-F699-487D-B1FF-41D9F9888619}">
      <dsp:nvSpPr>
        <dsp:cNvPr id="0" name=""/>
        <dsp:cNvSpPr/>
      </dsp:nvSpPr>
      <dsp:spPr>
        <a:xfrm>
          <a:off x="0" y="853706"/>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990B0D-8591-438D-82D5-1BD552DD60F1}">
      <dsp:nvSpPr>
        <dsp:cNvPr id="0" name=""/>
        <dsp:cNvSpPr/>
      </dsp:nvSpPr>
      <dsp:spPr>
        <a:xfrm>
          <a:off x="0" y="853706"/>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relevent_experience                     0</a:t>
          </a:r>
        </a:p>
      </dsp:txBody>
      <dsp:txXfrm>
        <a:off x="0" y="853706"/>
        <a:ext cx="6555347" cy="426514"/>
      </dsp:txXfrm>
    </dsp:sp>
    <dsp:sp modelId="{3BA156DB-C75E-4C50-BBFC-15A2B90F9DFF}">
      <dsp:nvSpPr>
        <dsp:cNvPr id="0" name=""/>
        <dsp:cNvSpPr/>
      </dsp:nvSpPr>
      <dsp:spPr>
        <a:xfrm>
          <a:off x="0" y="1280221"/>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648F14-FCD2-4054-BF5D-349CE12D4AE9}">
      <dsp:nvSpPr>
        <dsp:cNvPr id="0" name=""/>
        <dsp:cNvSpPr/>
      </dsp:nvSpPr>
      <dsp:spPr>
        <a:xfrm>
          <a:off x="0" y="1280221"/>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enrolled_university                   417</a:t>
          </a:r>
        </a:p>
      </dsp:txBody>
      <dsp:txXfrm>
        <a:off x="0" y="1280221"/>
        <a:ext cx="6555347" cy="426514"/>
      </dsp:txXfrm>
    </dsp:sp>
    <dsp:sp modelId="{572AB4B4-DB1D-4EAB-9F73-90552F36DB95}">
      <dsp:nvSpPr>
        <dsp:cNvPr id="0" name=""/>
        <dsp:cNvSpPr/>
      </dsp:nvSpPr>
      <dsp:spPr>
        <a:xfrm>
          <a:off x="0" y="1706736"/>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F82B92-65D3-45B0-ACFB-F6DFE96E935B}">
      <dsp:nvSpPr>
        <dsp:cNvPr id="0" name=""/>
        <dsp:cNvSpPr/>
      </dsp:nvSpPr>
      <dsp:spPr>
        <a:xfrm>
          <a:off x="0" y="1706736"/>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education_level                          512</a:t>
          </a:r>
        </a:p>
      </dsp:txBody>
      <dsp:txXfrm>
        <a:off x="0" y="1706736"/>
        <a:ext cx="6555347" cy="426514"/>
      </dsp:txXfrm>
    </dsp:sp>
    <dsp:sp modelId="{3B192FEB-B84F-41CA-9D46-91B173E1094F}">
      <dsp:nvSpPr>
        <dsp:cNvPr id="0" name=""/>
        <dsp:cNvSpPr/>
      </dsp:nvSpPr>
      <dsp:spPr>
        <a:xfrm>
          <a:off x="0" y="2133251"/>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3F2C3A-07E1-4D71-B08D-1B5C1822EDF8}">
      <dsp:nvSpPr>
        <dsp:cNvPr id="0" name=""/>
        <dsp:cNvSpPr/>
      </dsp:nvSpPr>
      <dsp:spPr>
        <a:xfrm>
          <a:off x="0" y="2133251"/>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major_discipline                      3125</a:t>
          </a:r>
        </a:p>
      </dsp:txBody>
      <dsp:txXfrm>
        <a:off x="0" y="2133251"/>
        <a:ext cx="6555347" cy="426514"/>
      </dsp:txXfrm>
    </dsp:sp>
    <dsp:sp modelId="{74016653-32B7-4085-B97E-159C8A85B4D3}">
      <dsp:nvSpPr>
        <dsp:cNvPr id="0" name=""/>
        <dsp:cNvSpPr/>
      </dsp:nvSpPr>
      <dsp:spPr>
        <a:xfrm>
          <a:off x="0" y="2559766"/>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CB8766-75D3-438F-BC72-C98FD99BB41E}">
      <dsp:nvSpPr>
        <dsp:cNvPr id="0" name=""/>
        <dsp:cNvSpPr/>
      </dsp:nvSpPr>
      <dsp:spPr>
        <a:xfrm>
          <a:off x="0" y="2559766"/>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experience                                        70</a:t>
          </a:r>
        </a:p>
      </dsp:txBody>
      <dsp:txXfrm>
        <a:off x="0" y="2559766"/>
        <a:ext cx="6555347" cy="426514"/>
      </dsp:txXfrm>
    </dsp:sp>
    <dsp:sp modelId="{09FED156-7A2D-49E8-A788-B657A78AF6DC}">
      <dsp:nvSpPr>
        <dsp:cNvPr id="0" name=""/>
        <dsp:cNvSpPr/>
      </dsp:nvSpPr>
      <dsp:spPr>
        <a:xfrm>
          <a:off x="0" y="2986280"/>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ED03A5-42F1-4669-92AC-1F5A1849B362}">
      <dsp:nvSpPr>
        <dsp:cNvPr id="0" name=""/>
        <dsp:cNvSpPr/>
      </dsp:nvSpPr>
      <dsp:spPr>
        <a:xfrm>
          <a:off x="0" y="2986280"/>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company_size                            6560</a:t>
          </a:r>
        </a:p>
      </dsp:txBody>
      <dsp:txXfrm>
        <a:off x="0" y="2986280"/>
        <a:ext cx="6555347" cy="426514"/>
      </dsp:txXfrm>
    </dsp:sp>
    <dsp:sp modelId="{732438CE-050C-4D32-9F8A-F61A565E59D5}">
      <dsp:nvSpPr>
        <dsp:cNvPr id="0" name=""/>
        <dsp:cNvSpPr/>
      </dsp:nvSpPr>
      <dsp:spPr>
        <a:xfrm>
          <a:off x="0" y="3412795"/>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DF73DB-E61F-49FD-9970-7704EB59A8C3}">
      <dsp:nvSpPr>
        <dsp:cNvPr id="0" name=""/>
        <dsp:cNvSpPr/>
      </dsp:nvSpPr>
      <dsp:spPr>
        <a:xfrm>
          <a:off x="0" y="3412795"/>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company_type                           6774</a:t>
          </a:r>
        </a:p>
      </dsp:txBody>
      <dsp:txXfrm>
        <a:off x="0" y="3412795"/>
        <a:ext cx="6555347" cy="426514"/>
      </dsp:txXfrm>
    </dsp:sp>
    <dsp:sp modelId="{12335EE4-0D6A-46D0-BD04-8F3818DC9108}">
      <dsp:nvSpPr>
        <dsp:cNvPr id="0" name=""/>
        <dsp:cNvSpPr/>
      </dsp:nvSpPr>
      <dsp:spPr>
        <a:xfrm>
          <a:off x="0" y="3839310"/>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00F390-7D52-4DD0-9586-08DBD4477B5A}">
      <dsp:nvSpPr>
        <dsp:cNvPr id="0" name=""/>
        <dsp:cNvSpPr/>
      </dsp:nvSpPr>
      <dsp:spPr>
        <a:xfrm>
          <a:off x="0" y="3839310"/>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last_new_job                                 463</a:t>
          </a:r>
        </a:p>
      </dsp:txBody>
      <dsp:txXfrm>
        <a:off x="0" y="3839310"/>
        <a:ext cx="6555347" cy="426514"/>
      </dsp:txXfrm>
    </dsp:sp>
    <dsp:sp modelId="{BB730B29-00EC-4EC9-A2C9-17E7D4AC6A1B}">
      <dsp:nvSpPr>
        <dsp:cNvPr id="0" name=""/>
        <dsp:cNvSpPr/>
      </dsp:nvSpPr>
      <dsp:spPr>
        <a:xfrm>
          <a:off x="0" y="4265825"/>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88C823-8FB1-4571-A8EE-97853F0E03E7}">
      <dsp:nvSpPr>
        <dsp:cNvPr id="0" name=""/>
        <dsp:cNvSpPr/>
      </dsp:nvSpPr>
      <dsp:spPr>
        <a:xfrm>
          <a:off x="0" y="4265825"/>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training_hours                                   0</a:t>
          </a:r>
        </a:p>
      </dsp:txBody>
      <dsp:txXfrm>
        <a:off x="0" y="4265825"/>
        <a:ext cx="6555347" cy="426514"/>
      </dsp:txXfrm>
    </dsp:sp>
    <dsp:sp modelId="{7F843AA4-0FB3-4DB0-8F6A-011B94ACFCB2}">
      <dsp:nvSpPr>
        <dsp:cNvPr id="0" name=""/>
        <dsp:cNvSpPr/>
      </dsp:nvSpPr>
      <dsp:spPr>
        <a:xfrm>
          <a:off x="0" y="4692340"/>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745A01-8451-48B9-B8C6-3AF84428698F}">
      <dsp:nvSpPr>
        <dsp:cNvPr id="0" name=""/>
        <dsp:cNvSpPr/>
      </dsp:nvSpPr>
      <dsp:spPr>
        <a:xfrm>
          <a:off x="0" y="4692340"/>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target                                                     0</a:t>
          </a:r>
        </a:p>
      </dsp:txBody>
      <dsp:txXfrm>
        <a:off x="0" y="4692340"/>
        <a:ext cx="6555347" cy="426514"/>
      </dsp:txXfrm>
    </dsp:sp>
    <dsp:sp modelId="{8E773AA6-90C9-45D2-8881-8AC3BBD57365}">
      <dsp:nvSpPr>
        <dsp:cNvPr id="0" name=""/>
        <dsp:cNvSpPr/>
      </dsp:nvSpPr>
      <dsp:spPr>
        <a:xfrm>
          <a:off x="0" y="5118855"/>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733610-4796-41B7-ACBD-34D6E8F1FBBA}">
      <dsp:nvSpPr>
        <dsp:cNvPr id="0" name=""/>
        <dsp:cNvSpPr/>
      </dsp:nvSpPr>
      <dsp:spPr>
        <a:xfrm>
          <a:off x="0" y="5118855"/>
          <a:ext cx="6555347" cy="426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looking_for_job_change       2129</a:t>
          </a:r>
        </a:p>
      </dsp:txBody>
      <dsp:txXfrm>
        <a:off x="0" y="5118855"/>
        <a:ext cx="6555347" cy="4265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00AA8-DE30-46DE-A80C-4D44CED53706}">
      <dsp:nvSpPr>
        <dsp:cNvPr id="0" name=""/>
        <dsp:cNvSpPr/>
      </dsp:nvSpPr>
      <dsp:spPr>
        <a:xfrm>
          <a:off x="0" y="831"/>
          <a:ext cx="3872735"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Cleaning data</a:t>
          </a:r>
        </a:p>
      </dsp:txBody>
      <dsp:txXfrm>
        <a:off x="33517" y="34348"/>
        <a:ext cx="3805701" cy="619561"/>
      </dsp:txXfrm>
    </dsp:sp>
    <dsp:sp modelId="{D0AD5007-F59B-4C13-825F-F60E8D3D7C5A}">
      <dsp:nvSpPr>
        <dsp:cNvPr id="0" name=""/>
        <dsp:cNvSpPr/>
      </dsp:nvSpPr>
      <dsp:spPr>
        <a:xfrm rot="5400000">
          <a:off x="7040528" y="-2377377"/>
          <a:ext cx="549276" cy="6884862"/>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a:t>Drop</a:t>
          </a:r>
        </a:p>
        <a:p>
          <a:pPr marL="171450" lvl="1" indent="-171450" algn="l" defTabSz="711200">
            <a:lnSpc>
              <a:spcPct val="90000"/>
            </a:lnSpc>
            <a:spcBef>
              <a:spcPct val="0"/>
            </a:spcBef>
            <a:spcAft>
              <a:spcPct val="15000"/>
            </a:spcAft>
            <a:buChar char="•"/>
          </a:pPr>
          <a:r>
            <a:rPr lang="en-US" sz="1600" kern="1200"/>
            <a:t>Fill with mod</a:t>
          </a:r>
        </a:p>
      </dsp:txBody>
      <dsp:txXfrm rot="-5400000">
        <a:off x="3872736" y="817228"/>
        <a:ext cx="6858049" cy="495650"/>
      </dsp:txXfrm>
    </dsp:sp>
    <dsp:sp modelId="{C18728E1-E0F2-4014-A36E-578700316662}">
      <dsp:nvSpPr>
        <dsp:cNvPr id="0" name=""/>
        <dsp:cNvSpPr/>
      </dsp:nvSpPr>
      <dsp:spPr>
        <a:xfrm>
          <a:off x="0" y="721756"/>
          <a:ext cx="3872735"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Handle missing data</a:t>
          </a:r>
        </a:p>
      </dsp:txBody>
      <dsp:txXfrm>
        <a:off x="33517" y="755273"/>
        <a:ext cx="3805701" cy="619561"/>
      </dsp:txXfrm>
    </dsp:sp>
    <dsp:sp modelId="{1B9BF867-5C79-4333-B350-AA6BE86B253F}">
      <dsp:nvSpPr>
        <dsp:cNvPr id="0" name=""/>
        <dsp:cNvSpPr/>
      </dsp:nvSpPr>
      <dsp:spPr>
        <a:xfrm rot="5400000">
          <a:off x="6902275" y="-1590640"/>
          <a:ext cx="811494" cy="687813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a:t>Pandas (get_dummies)</a:t>
          </a:r>
        </a:p>
        <a:p>
          <a:pPr marL="171450" lvl="1" indent="-171450" algn="l" defTabSz="711200">
            <a:lnSpc>
              <a:spcPct val="90000"/>
            </a:lnSpc>
            <a:spcBef>
              <a:spcPct val="0"/>
            </a:spcBef>
            <a:spcAft>
              <a:spcPct val="15000"/>
            </a:spcAft>
            <a:buChar char="•"/>
          </a:pPr>
          <a:r>
            <a:rPr lang="en-US" sz="1600" kern="1200"/>
            <a:t>One hot encoder</a:t>
          </a:r>
        </a:p>
        <a:p>
          <a:pPr marL="171450" lvl="1" indent="-171450" algn="l" defTabSz="711200">
            <a:lnSpc>
              <a:spcPct val="90000"/>
            </a:lnSpc>
            <a:spcBef>
              <a:spcPct val="0"/>
            </a:spcBef>
            <a:spcAft>
              <a:spcPct val="15000"/>
            </a:spcAft>
            <a:buChar char="•"/>
          </a:pPr>
          <a:r>
            <a:rPr lang="en-US" sz="1600" kern="1200" dirty="0"/>
            <a:t>Label encoder</a:t>
          </a:r>
        </a:p>
      </dsp:txBody>
      <dsp:txXfrm rot="-5400000">
        <a:off x="3868953" y="1482296"/>
        <a:ext cx="6838525" cy="732266"/>
      </dsp:txXfrm>
    </dsp:sp>
    <dsp:sp modelId="{52E16264-B5C1-46D0-B7CE-2A90BEC413FE}">
      <dsp:nvSpPr>
        <dsp:cNvPr id="0" name=""/>
        <dsp:cNvSpPr/>
      </dsp:nvSpPr>
      <dsp:spPr>
        <a:xfrm>
          <a:off x="0" y="1505131"/>
          <a:ext cx="3868953"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Dealing with categorical data:</a:t>
          </a:r>
        </a:p>
      </dsp:txBody>
      <dsp:txXfrm>
        <a:off x="33517" y="1538648"/>
        <a:ext cx="3801919" cy="619561"/>
      </dsp:txXfrm>
    </dsp:sp>
    <dsp:sp modelId="{8CC07C23-8E13-4389-8EE0-80A32A4564AC}">
      <dsp:nvSpPr>
        <dsp:cNvPr id="0" name=""/>
        <dsp:cNvSpPr/>
      </dsp:nvSpPr>
      <dsp:spPr>
        <a:xfrm>
          <a:off x="0" y="2288506"/>
          <a:ext cx="3872735"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Handle outlier</a:t>
          </a:r>
        </a:p>
      </dsp:txBody>
      <dsp:txXfrm>
        <a:off x="33517" y="2322023"/>
        <a:ext cx="3805701" cy="619561"/>
      </dsp:txXfrm>
    </dsp:sp>
    <dsp:sp modelId="{0672207E-F8D7-44CD-AEB0-FF93D0041222}">
      <dsp:nvSpPr>
        <dsp:cNvPr id="0" name=""/>
        <dsp:cNvSpPr/>
      </dsp:nvSpPr>
      <dsp:spPr>
        <a:xfrm>
          <a:off x="0" y="3009431"/>
          <a:ext cx="3872735"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Split data into X &amp; Y</a:t>
          </a:r>
        </a:p>
      </dsp:txBody>
      <dsp:txXfrm>
        <a:off x="33517" y="3042948"/>
        <a:ext cx="3805701" cy="619561"/>
      </dsp:txXfrm>
    </dsp:sp>
    <dsp:sp modelId="{721B2915-A903-44F9-81CE-35AAB8241D0B}">
      <dsp:nvSpPr>
        <dsp:cNvPr id="0" name=""/>
        <dsp:cNvSpPr/>
      </dsp:nvSpPr>
      <dsp:spPr>
        <a:xfrm>
          <a:off x="0" y="3730355"/>
          <a:ext cx="3872735"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Split data into train &amp; test</a:t>
          </a:r>
        </a:p>
      </dsp:txBody>
      <dsp:txXfrm>
        <a:off x="33517" y="3763872"/>
        <a:ext cx="3805701" cy="619561"/>
      </dsp:txXfrm>
    </dsp:sp>
    <dsp:sp modelId="{06AC0C0E-AAE0-44E3-87CC-AC15C7E85D99}">
      <dsp:nvSpPr>
        <dsp:cNvPr id="0" name=""/>
        <dsp:cNvSpPr/>
      </dsp:nvSpPr>
      <dsp:spPr>
        <a:xfrm rot="5400000">
          <a:off x="7040528" y="1352146"/>
          <a:ext cx="549276" cy="6884862"/>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a:t>Standard scaler</a:t>
          </a:r>
        </a:p>
      </dsp:txBody>
      <dsp:txXfrm rot="-5400000">
        <a:off x="3872736" y="4546752"/>
        <a:ext cx="6858049" cy="495650"/>
      </dsp:txXfrm>
    </dsp:sp>
    <dsp:sp modelId="{5C15CAD1-1EC1-4DCF-B043-E251874A65E5}">
      <dsp:nvSpPr>
        <dsp:cNvPr id="0" name=""/>
        <dsp:cNvSpPr/>
      </dsp:nvSpPr>
      <dsp:spPr>
        <a:xfrm>
          <a:off x="0" y="4451280"/>
          <a:ext cx="3872735"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Scaling</a:t>
          </a:r>
        </a:p>
      </dsp:txBody>
      <dsp:txXfrm>
        <a:off x="33517" y="4484797"/>
        <a:ext cx="3805701" cy="619561"/>
      </dsp:txXfrm>
    </dsp:sp>
    <dsp:sp modelId="{CC51E957-5ED0-4DB2-BCA6-F16852808D75}">
      <dsp:nvSpPr>
        <dsp:cNvPr id="0" name=""/>
        <dsp:cNvSpPr/>
      </dsp:nvSpPr>
      <dsp:spPr>
        <a:xfrm rot="5400000">
          <a:off x="6962014" y="2079144"/>
          <a:ext cx="692016" cy="687813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a:t>Random under sampler </a:t>
          </a:r>
        </a:p>
      </dsp:txBody>
      <dsp:txXfrm rot="-5400000">
        <a:off x="3868953" y="5205987"/>
        <a:ext cx="6844358" cy="624454"/>
      </dsp:txXfrm>
    </dsp:sp>
    <dsp:sp modelId="{00A4F319-39D6-489E-897E-76B5D8557155}">
      <dsp:nvSpPr>
        <dsp:cNvPr id="0" name=""/>
        <dsp:cNvSpPr/>
      </dsp:nvSpPr>
      <dsp:spPr>
        <a:xfrm>
          <a:off x="0" y="5174916"/>
          <a:ext cx="3868953" cy="686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Handle imbalance data &gt;&gt;</a:t>
          </a:r>
        </a:p>
      </dsp:txBody>
      <dsp:txXfrm>
        <a:off x="33517" y="5208433"/>
        <a:ext cx="3801919" cy="61956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4F3475-764A-4454-AD92-257AFB9A2568}" type="datetimeFigureOut">
              <a:rPr lang="en-US" smtClean="0"/>
              <a:t>26-May-25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8E792A-2F12-4499-939F-0B4044A4B613}" type="slidenum">
              <a:rPr lang="en-US" smtClean="0"/>
              <a:t>‹#›</a:t>
            </a:fld>
            <a:endParaRPr lang="en-US"/>
          </a:p>
        </p:txBody>
      </p:sp>
    </p:spTree>
    <p:extLst>
      <p:ext uri="{BB962C8B-B14F-4D97-AF65-F5344CB8AC3E}">
        <p14:creationId xmlns:p14="http://schemas.microsoft.com/office/powerpoint/2010/main" val="3559341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8E792A-2F12-4499-939F-0B4044A4B613}" type="slidenum">
              <a:rPr lang="en-US" smtClean="0"/>
              <a:t>7</a:t>
            </a:fld>
            <a:endParaRPr lang="en-US"/>
          </a:p>
        </p:txBody>
      </p:sp>
    </p:spTree>
    <p:extLst>
      <p:ext uri="{BB962C8B-B14F-4D97-AF65-F5344CB8AC3E}">
        <p14:creationId xmlns:p14="http://schemas.microsoft.com/office/powerpoint/2010/main" val="721215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FF02C-3B4D-5B8E-6442-2314F951D9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8147B6-A696-11F6-3F17-7F968C5A6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C42825-A557-F3CC-A9E9-734FBDBDA132}"/>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5" name="Footer Placeholder 4">
            <a:extLst>
              <a:ext uri="{FF2B5EF4-FFF2-40B4-BE49-F238E27FC236}">
                <a16:creationId xmlns:a16="http://schemas.microsoft.com/office/drawing/2014/main" id="{19E50920-0F81-0C8D-8A0D-0B07520AE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E1B5F6-B445-90C2-143C-4CA49FCD345A}"/>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3124796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5E882-F31D-0FDB-53CC-7ABF32D096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6C3B0B-1FD4-F9DE-43A2-D7E3C7F428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86505-640C-726B-324E-30221B8203AD}"/>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5" name="Footer Placeholder 4">
            <a:extLst>
              <a:ext uri="{FF2B5EF4-FFF2-40B4-BE49-F238E27FC236}">
                <a16:creationId xmlns:a16="http://schemas.microsoft.com/office/drawing/2014/main" id="{30D32455-D439-D16E-879F-A7DAB47DB6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9697A-AA51-CD50-6C19-F26710B6AB2A}"/>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3651535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250D4-B44B-6005-B027-1F3DAC9EA1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A33C1E-83C9-207A-A1B4-C8FEB6C30D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359836-2AA8-462B-862F-BD05AC24FC97}"/>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5" name="Footer Placeholder 4">
            <a:extLst>
              <a:ext uri="{FF2B5EF4-FFF2-40B4-BE49-F238E27FC236}">
                <a16:creationId xmlns:a16="http://schemas.microsoft.com/office/drawing/2014/main" id="{98D613B9-AAD2-7597-83AF-8232D4185F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E061BE-3E03-7BA8-471B-58A2BD7C4A51}"/>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400539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789AE-931F-3DE6-C4CF-5B7348F4F0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0F9B1B-908C-6974-1CC7-4956739D36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4F8A2E-8B95-EC39-4127-7C8A9C7521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7E9D60-15DE-A5DF-6FCA-96E17CF28ACC}"/>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6" name="Footer Placeholder 5">
            <a:extLst>
              <a:ext uri="{FF2B5EF4-FFF2-40B4-BE49-F238E27FC236}">
                <a16:creationId xmlns:a16="http://schemas.microsoft.com/office/drawing/2014/main" id="{80058AE0-DD4E-7C9F-66FC-241DD71564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227D4F-6A68-1A89-F7E8-9F12C572D115}"/>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261553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0F23-B585-324F-A952-37F77FC73A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D46259-47EF-3EB7-89AE-68F1DCCE9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15C869-0F72-7930-6BE3-3B2B021CD1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742FAD-7B99-0296-BB5D-4A6D003B5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317B74-9081-69C3-9A7B-EB5B7B6E39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396E7B-4015-A415-4327-F91CDD911987}"/>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8" name="Footer Placeholder 7">
            <a:extLst>
              <a:ext uri="{FF2B5EF4-FFF2-40B4-BE49-F238E27FC236}">
                <a16:creationId xmlns:a16="http://schemas.microsoft.com/office/drawing/2014/main" id="{5252E7FD-9792-B391-A9DD-4331C56590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435D11-3E90-31B0-2A6D-625C5422CDBD}"/>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3692812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0B969-9E06-1A6E-9FED-A47E2F800B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3BB759-0277-A128-E346-0386AB16D6AA}"/>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4" name="Footer Placeholder 3">
            <a:extLst>
              <a:ext uri="{FF2B5EF4-FFF2-40B4-BE49-F238E27FC236}">
                <a16:creationId xmlns:a16="http://schemas.microsoft.com/office/drawing/2014/main" id="{2871563F-8606-1EDA-948F-FA38BFD914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9A4395-226A-0B8C-F948-01368A6BCC6B}"/>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793760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88712-7CF5-6721-CB4C-CC3EECF10234}"/>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3" name="Footer Placeholder 2">
            <a:extLst>
              <a:ext uri="{FF2B5EF4-FFF2-40B4-BE49-F238E27FC236}">
                <a16:creationId xmlns:a16="http://schemas.microsoft.com/office/drawing/2014/main" id="{02449686-8DE0-0DB9-64CE-B2A5C8B214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889093-8E64-AE2C-4AF9-6C877B176E98}"/>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424755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2511E-9BDD-9DFD-1F79-317817CD4C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938FDB-E9DD-8AA2-4C25-586F06833F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04848-DA53-2393-CC46-DF57DB231D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9249CA-C07A-AD8E-3105-5A6F1613FE94}"/>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6" name="Footer Placeholder 5">
            <a:extLst>
              <a:ext uri="{FF2B5EF4-FFF2-40B4-BE49-F238E27FC236}">
                <a16:creationId xmlns:a16="http://schemas.microsoft.com/office/drawing/2014/main" id="{C0D8BEEE-0BE0-DE06-17FB-35BF3FCB24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ECEE60-1DB4-4F25-BB2F-11FB53FA455C}"/>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2133285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984CA-8218-C51D-1E77-DA3DE48C0C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B97DBC-5653-0E9B-244B-842F2AB4E8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5A625A-E755-CE8E-E474-1C46E195FC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5D2DF8-8B97-3461-4F97-54D661B8EB08}"/>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6" name="Footer Placeholder 5">
            <a:extLst>
              <a:ext uri="{FF2B5EF4-FFF2-40B4-BE49-F238E27FC236}">
                <a16:creationId xmlns:a16="http://schemas.microsoft.com/office/drawing/2014/main" id="{1623C66E-1246-DA7C-F9AA-852CD63AF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BBA5D4-1AAB-520E-8148-DF104A49A359}"/>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3900423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1C301-9730-12DD-2977-1D95E37A04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7414F3-14E4-678F-E49A-382AF373CC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D34977-DB7A-2E7D-1E77-B30FDA9273EB}"/>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5" name="Footer Placeholder 4">
            <a:extLst>
              <a:ext uri="{FF2B5EF4-FFF2-40B4-BE49-F238E27FC236}">
                <a16:creationId xmlns:a16="http://schemas.microsoft.com/office/drawing/2014/main" id="{E88C5C19-3A39-04BE-C34C-F3BC34AAB8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D307F-3989-3A07-B8E0-B45E98279EC6}"/>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2295775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E61465-6439-9565-1730-B228CA0864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0C3D47-68A4-B8ED-6CFC-B282FB701E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B59DE9-3D3E-337D-2023-8BA759659AAD}"/>
              </a:ext>
            </a:extLst>
          </p:cNvPr>
          <p:cNvSpPr>
            <a:spLocks noGrp="1"/>
          </p:cNvSpPr>
          <p:nvPr>
            <p:ph type="dt" sz="half" idx="10"/>
          </p:nvPr>
        </p:nvSpPr>
        <p:spPr/>
        <p:txBody>
          <a:bodyPr/>
          <a:lstStyle/>
          <a:p>
            <a:fld id="{7AD25C44-FD87-4158-A840-6D2BB5650DF0}" type="datetimeFigureOut">
              <a:rPr lang="en-US" smtClean="0"/>
              <a:t>26-May-25</a:t>
            </a:fld>
            <a:endParaRPr lang="en-US"/>
          </a:p>
        </p:txBody>
      </p:sp>
      <p:sp>
        <p:nvSpPr>
          <p:cNvPr id="5" name="Footer Placeholder 4">
            <a:extLst>
              <a:ext uri="{FF2B5EF4-FFF2-40B4-BE49-F238E27FC236}">
                <a16:creationId xmlns:a16="http://schemas.microsoft.com/office/drawing/2014/main" id="{B9A3F830-4A23-4909-357E-BCD9ABB3F9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A5D70-247E-D1DE-A234-670FE16B210C}"/>
              </a:ext>
            </a:extLst>
          </p:cNvPr>
          <p:cNvSpPr>
            <a:spLocks noGrp="1"/>
          </p:cNvSpPr>
          <p:nvPr>
            <p:ph type="sldNum" sz="quarter" idx="12"/>
          </p:nvPr>
        </p:nvSpPr>
        <p:spPr/>
        <p:txBody>
          <a:bodyPr/>
          <a:lstStyle/>
          <a:p>
            <a:fld id="{4169156C-C2E0-45A3-AC17-9A2A930B4AC4}" type="slidenum">
              <a:rPr lang="en-US" smtClean="0"/>
              <a:t>‹#›</a:t>
            </a:fld>
            <a:endParaRPr lang="en-US"/>
          </a:p>
        </p:txBody>
      </p:sp>
    </p:spTree>
    <p:extLst>
      <p:ext uri="{BB962C8B-B14F-4D97-AF65-F5344CB8AC3E}">
        <p14:creationId xmlns:p14="http://schemas.microsoft.com/office/powerpoint/2010/main" val="3895555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E2614D-1978-BAE8-E58C-C71374C7DA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F20AC-C89B-DCA3-C39E-F74802A54D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43B5D-AAFD-A697-0742-F68F37EB61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D25C44-FD87-4158-A840-6D2BB5650DF0}" type="datetimeFigureOut">
              <a:rPr lang="en-US" smtClean="0"/>
              <a:t>26-May-25</a:t>
            </a:fld>
            <a:endParaRPr lang="en-US"/>
          </a:p>
        </p:txBody>
      </p:sp>
      <p:sp>
        <p:nvSpPr>
          <p:cNvPr id="5" name="Footer Placeholder 4">
            <a:extLst>
              <a:ext uri="{FF2B5EF4-FFF2-40B4-BE49-F238E27FC236}">
                <a16:creationId xmlns:a16="http://schemas.microsoft.com/office/drawing/2014/main" id="{CB3E5DE1-21AB-845C-64FC-D219BBBEF1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05FC36-890F-E2C1-71D5-FCFEB8F55D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69156C-C2E0-45A3-AC17-9A2A930B4AC4}" type="slidenum">
              <a:rPr lang="en-US" smtClean="0"/>
              <a:t>‹#›</a:t>
            </a:fld>
            <a:endParaRPr lang="en-US"/>
          </a:p>
        </p:txBody>
      </p:sp>
    </p:spTree>
    <p:extLst>
      <p:ext uri="{BB962C8B-B14F-4D97-AF65-F5344CB8AC3E}">
        <p14:creationId xmlns:p14="http://schemas.microsoft.com/office/powerpoint/2010/main" val="590784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36D22-BEF7-FACF-6874-15D6F91A7646}"/>
              </a:ext>
            </a:extLst>
          </p:cNvPr>
          <p:cNvSpPr>
            <a:spLocks noGrp="1"/>
          </p:cNvSpPr>
          <p:nvPr>
            <p:ph type="ctrTitle"/>
          </p:nvPr>
        </p:nvSpPr>
        <p:spPr>
          <a:xfrm>
            <a:off x="583364" y="818984"/>
            <a:ext cx="7854053" cy="2464543"/>
          </a:xfrm>
        </p:spPr>
        <p:txBody>
          <a:bodyPr>
            <a:normAutofit/>
          </a:bodyPr>
          <a:lstStyle/>
          <a:p>
            <a:pPr algn="r"/>
            <a:r>
              <a:rPr lang="en-US" sz="4800" kern="100" dirty="0">
                <a:solidFill>
                  <a:srgbClr val="FFFFFF"/>
                </a:solidFill>
                <a:effectLst/>
                <a:latin typeface="Aptos" panose="020B0004020202020204" pitchFamily="34" charset="0"/>
                <a:ea typeface="Aptos" panose="020B0004020202020204" pitchFamily="34" charset="0"/>
                <a:cs typeface="Arial" panose="020B0604020202020204" pitchFamily="34" charset="0"/>
              </a:rPr>
              <a:t>HR Analytics Job Change of Data Scientists</a:t>
            </a:r>
            <a:br>
              <a:rPr lang="en-US" sz="4800" kern="100" dirty="0">
                <a:solidFill>
                  <a:srgbClr val="FFFFFF"/>
                </a:solidFill>
                <a:effectLst/>
                <a:latin typeface="Aptos" panose="020B0004020202020204" pitchFamily="34" charset="0"/>
                <a:ea typeface="Aptos" panose="020B0004020202020204" pitchFamily="34" charset="0"/>
                <a:cs typeface="Arial" panose="020B0604020202020204" pitchFamily="34" charset="0"/>
              </a:rPr>
            </a:br>
            <a:endParaRPr lang="en-US" sz="4800" dirty="0">
              <a:solidFill>
                <a:srgbClr val="FFFFFF"/>
              </a:solidFill>
            </a:endParaRPr>
          </a:p>
        </p:txBody>
      </p:sp>
      <p:sp>
        <p:nvSpPr>
          <p:cNvPr id="56" name="Rectangle 55">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03C6F4F-AFB3-BAC8-BA07-F96C55A6B929}"/>
              </a:ext>
            </a:extLst>
          </p:cNvPr>
          <p:cNvSpPr>
            <a:spLocks noGrp="1"/>
          </p:cNvSpPr>
          <p:nvPr>
            <p:ph type="subTitle" idx="1"/>
          </p:nvPr>
        </p:nvSpPr>
        <p:spPr>
          <a:xfrm>
            <a:off x="872836" y="4797188"/>
            <a:ext cx="7110274" cy="1241828"/>
          </a:xfrm>
        </p:spPr>
        <p:txBody>
          <a:bodyPr>
            <a:normAutofit/>
          </a:bodyPr>
          <a:lstStyle/>
          <a:p>
            <a:pPr algn="l"/>
            <a:r>
              <a:rPr lang="en-US" dirty="0">
                <a:solidFill>
                  <a:srgbClr val="FFFFFF"/>
                </a:solidFill>
              </a:rPr>
              <a:t>Under Supervision of Eng. </a:t>
            </a:r>
            <a:r>
              <a:rPr lang="en-US" dirty="0" err="1">
                <a:solidFill>
                  <a:srgbClr val="FFFFFF"/>
                </a:solidFill>
              </a:rPr>
              <a:t>Abelrahman</a:t>
            </a:r>
            <a:r>
              <a:rPr lang="en-US" dirty="0">
                <a:solidFill>
                  <a:srgbClr val="FFFFFF"/>
                </a:solidFill>
              </a:rPr>
              <a:t> Gaber</a:t>
            </a:r>
          </a:p>
          <a:p>
            <a:pPr algn="l"/>
            <a:r>
              <a:rPr lang="en-US" dirty="0">
                <a:solidFill>
                  <a:srgbClr val="FFFFFF"/>
                </a:solidFill>
              </a:rPr>
              <a:t>Prepared by: Moustafa Samir</a:t>
            </a:r>
          </a:p>
        </p:txBody>
      </p:sp>
      <p:sp>
        <p:nvSpPr>
          <p:cNvPr id="57" name="Rectangle 56">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566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B6C89C3-1A04-F230-27FB-3C20B80FA7CD}"/>
              </a:ext>
            </a:extLst>
          </p:cNvPr>
          <p:cNvSpPr>
            <a:spLocks noGrp="1"/>
          </p:cNvSpPr>
          <p:nvPr>
            <p:ph type="title"/>
          </p:nvPr>
        </p:nvSpPr>
        <p:spPr>
          <a:xfrm>
            <a:off x="828161" y="266316"/>
            <a:ext cx="10515600" cy="758616"/>
          </a:xfrm>
        </p:spPr>
        <p:txBody>
          <a:bodyPr>
            <a:normAutofit/>
          </a:bodyPr>
          <a:lstStyle/>
          <a:p>
            <a:r>
              <a:rPr lang="en-US" dirty="0"/>
              <a:t>About the dataset</a:t>
            </a:r>
          </a:p>
        </p:txBody>
      </p:sp>
      <p:sp>
        <p:nvSpPr>
          <p:cNvPr id="25" name="Arc 2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BFBF8FB-CDE9-93E8-6685-91AE2516E13C}"/>
              </a:ext>
            </a:extLst>
          </p:cNvPr>
          <p:cNvSpPr>
            <a:spLocks noGrp="1"/>
          </p:cNvSpPr>
          <p:nvPr>
            <p:ph idx="1"/>
          </p:nvPr>
        </p:nvSpPr>
        <p:spPr>
          <a:xfrm>
            <a:off x="793818" y="1024932"/>
            <a:ext cx="11244110" cy="5162079"/>
          </a:xfrm>
        </p:spPr>
        <p:txBody>
          <a:bodyPr>
            <a:normAutofit/>
          </a:bodyPr>
          <a:lstStyle/>
          <a:p>
            <a:pPr marL="0" marR="0" algn="just">
              <a:spcAft>
                <a:spcPts val="800"/>
              </a:spcAft>
              <a:buNone/>
            </a:pPr>
            <a:r>
              <a:rPr lang="en-US" sz="3200" kern="100" dirty="0">
                <a:effectLst/>
                <a:latin typeface="Aptos" panose="020B0004020202020204" pitchFamily="34" charset="0"/>
                <a:ea typeface="Aptos" panose="020B0004020202020204" pitchFamily="34" charset="0"/>
                <a:cs typeface="Arial" panose="020B0604020202020204" pitchFamily="34" charset="0"/>
              </a:rPr>
              <a:t>A company which is active in Big Data and Data Science wants to hire data scientists among people who successfully pass some courses which conduct by the company. Many people signup for their training. Company wants to know which of these candidates are really wants to work for the company after training or looking for a new employment because it helps to reduce the cost and time as well as the quality of training or planning the courses and categorization of candidates. Information related to demographics, education, experience are in hands from candidates signup and enrollment.</a:t>
            </a:r>
          </a:p>
          <a:p>
            <a:pPr algn="just"/>
            <a:endParaRPr lang="en-US" sz="3200" dirty="0"/>
          </a:p>
        </p:txBody>
      </p:sp>
    </p:spTree>
    <p:extLst>
      <p:ext uri="{BB962C8B-B14F-4D97-AF65-F5344CB8AC3E}">
        <p14:creationId xmlns:p14="http://schemas.microsoft.com/office/powerpoint/2010/main" val="3419250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0F7803-6A55-B00D-CEF7-6088243B520A}"/>
              </a:ext>
            </a:extLst>
          </p:cNvPr>
          <p:cNvPicPr>
            <a:picLocks noChangeAspect="1"/>
          </p:cNvPicPr>
          <p:nvPr/>
        </p:nvPicPr>
        <p:blipFill>
          <a:blip r:embed="rId2">
            <a:duotone>
              <a:schemeClr val="bg2">
                <a:shade val="45000"/>
                <a:satMod val="135000"/>
              </a:schemeClr>
              <a:prstClr val="white"/>
            </a:duotone>
          </a:blip>
          <a:srcRect t="17582"/>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7FA80C-CE5B-BDCD-5112-20E1ED99E71B}"/>
              </a:ext>
            </a:extLst>
          </p:cNvPr>
          <p:cNvSpPr>
            <a:spLocks noGrp="1"/>
          </p:cNvSpPr>
          <p:nvPr>
            <p:ph type="title"/>
          </p:nvPr>
        </p:nvSpPr>
        <p:spPr>
          <a:xfrm>
            <a:off x="838200" y="365126"/>
            <a:ext cx="10515600" cy="923348"/>
          </a:xfrm>
        </p:spPr>
        <p:txBody>
          <a:bodyPr>
            <a:normAutofit/>
          </a:bodyPr>
          <a:lstStyle/>
          <a:p>
            <a:r>
              <a:rPr lang="en-US" dirty="0"/>
              <a:t>About the dataset</a:t>
            </a:r>
          </a:p>
        </p:txBody>
      </p:sp>
      <p:graphicFrame>
        <p:nvGraphicFramePr>
          <p:cNvPr id="5" name="Content Placeholder 2">
            <a:extLst>
              <a:ext uri="{FF2B5EF4-FFF2-40B4-BE49-F238E27FC236}">
                <a16:creationId xmlns:a16="http://schemas.microsoft.com/office/drawing/2014/main" id="{59A0D9E3-5960-6A12-1DBE-95D36AE16CF3}"/>
              </a:ext>
            </a:extLst>
          </p:cNvPr>
          <p:cNvGraphicFramePr>
            <a:graphicFrameLocks noGrp="1"/>
          </p:cNvGraphicFramePr>
          <p:nvPr>
            <p:ph idx="1"/>
            <p:extLst>
              <p:ext uri="{D42A27DB-BD31-4B8C-83A1-F6EECF244321}">
                <p14:modId xmlns:p14="http://schemas.microsoft.com/office/powerpoint/2010/main" val="4255716002"/>
              </p:ext>
            </p:extLst>
          </p:nvPr>
        </p:nvGraphicFramePr>
        <p:xfrm>
          <a:off x="838200" y="1444336"/>
          <a:ext cx="10515600" cy="47326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9028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Content Placeholder 2">
            <a:extLst>
              <a:ext uri="{FF2B5EF4-FFF2-40B4-BE49-F238E27FC236}">
                <a16:creationId xmlns:a16="http://schemas.microsoft.com/office/drawing/2014/main" id="{EE9044E0-BC17-54E9-DD14-986E4B0C13E5}"/>
              </a:ext>
            </a:extLst>
          </p:cNvPr>
          <p:cNvGraphicFramePr>
            <a:graphicFrameLocks noGrp="1"/>
          </p:cNvGraphicFramePr>
          <p:nvPr>
            <p:ph idx="1"/>
          </p:nvPr>
        </p:nvGraphicFramePr>
        <p:xfrm>
          <a:off x="486507" y="1085222"/>
          <a:ext cx="11199725" cy="5566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Title 1">
            <a:extLst>
              <a:ext uri="{FF2B5EF4-FFF2-40B4-BE49-F238E27FC236}">
                <a16:creationId xmlns:a16="http://schemas.microsoft.com/office/drawing/2014/main" id="{7E1A90E3-39AF-8E4F-D988-598A784E4930}"/>
              </a:ext>
            </a:extLst>
          </p:cNvPr>
          <p:cNvSpPr>
            <a:spLocks noGrp="1"/>
          </p:cNvSpPr>
          <p:nvPr>
            <p:ph type="title"/>
          </p:nvPr>
        </p:nvSpPr>
        <p:spPr>
          <a:xfrm>
            <a:off x="486507" y="304837"/>
            <a:ext cx="10515600" cy="619612"/>
          </a:xfrm>
        </p:spPr>
        <p:txBody>
          <a:bodyPr>
            <a:normAutofit fontScale="90000"/>
          </a:bodyPr>
          <a:lstStyle/>
          <a:p>
            <a:r>
              <a:rPr lang="en-US" dirty="0"/>
              <a:t>Columns</a:t>
            </a:r>
          </a:p>
        </p:txBody>
      </p:sp>
    </p:spTree>
    <p:extLst>
      <p:ext uri="{BB962C8B-B14F-4D97-AF65-F5344CB8AC3E}">
        <p14:creationId xmlns:p14="http://schemas.microsoft.com/office/powerpoint/2010/main" val="2480999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2423FE-9590-E8F6-6D83-A1EDADB274F1}"/>
              </a:ext>
            </a:extLst>
          </p:cNvPr>
          <p:cNvSpPr>
            <a:spLocks noGrp="1"/>
          </p:cNvSpPr>
          <p:nvPr>
            <p:ph type="title"/>
          </p:nvPr>
        </p:nvSpPr>
        <p:spPr>
          <a:xfrm>
            <a:off x="466722" y="1088571"/>
            <a:ext cx="3201366" cy="2026589"/>
          </a:xfrm>
        </p:spPr>
        <p:txBody>
          <a:bodyPr anchor="b">
            <a:normAutofit/>
          </a:bodyPr>
          <a:lstStyle/>
          <a:p>
            <a:pPr algn="ctr"/>
            <a:r>
              <a:rPr lang="en-US" sz="4000" dirty="0">
                <a:solidFill>
                  <a:srgbClr val="FFFFFF"/>
                </a:solidFill>
              </a:rPr>
              <a:t>Data Info</a:t>
            </a:r>
          </a:p>
        </p:txBody>
      </p:sp>
      <p:sp>
        <p:nvSpPr>
          <p:cNvPr id="3" name="Content Placeholder 2">
            <a:extLst>
              <a:ext uri="{FF2B5EF4-FFF2-40B4-BE49-F238E27FC236}">
                <a16:creationId xmlns:a16="http://schemas.microsoft.com/office/drawing/2014/main" id="{4AD53A4A-300C-B599-A327-BBCF148A664B}"/>
              </a:ext>
            </a:extLst>
          </p:cNvPr>
          <p:cNvSpPr>
            <a:spLocks noGrp="1"/>
          </p:cNvSpPr>
          <p:nvPr>
            <p:ph idx="1"/>
          </p:nvPr>
        </p:nvSpPr>
        <p:spPr>
          <a:xfrm>
            <a:off x="4810259" y="182880"/>
            <a:ext cx="6555347" cy="6486861"/>
          </a:xfrm>
        </p:spPr>
        <p:txBody>
          <a:bodyPr anchor="ctr">
            <a:normAutofit fontScale="92500" lnSpcReduction="20000"/>
          </a:bodyPr>
          <a:lstStyle/>
          <a:p>
            <a:pPr marL="0" indent="0">
              <a:buNone/>
            </a:pPr>
            <a:r>
              <a:rPr lang="en-US" sz="1800" dirty="0" err="1"/>
              <a:t>RangeIndex</a:t>
            </a:r>
            <a:r>
              <a:rPr lang="en-US" sz="1800" dirty="0"/>
              <a:t>: 21287 entries, 0 to 21286</a:t>
            </a:r>
          </a:p>
          <a:p>
            <a:pPr marL="0" indent="0">
              <a:buNone/>
            </a:pPr>
            <a:r>
              <a:rPr lang="en-US" sz="1800" dirty="0"/>
              <a:t>Data columns (total 14 columns):</a:t>
            </a:r>
          </a:p>
          <a:p>
            <a:pPr marL="0" indent="0">
              <a:buNone/>
            </a:pPr>
            <a:r>
              <a:rPr lang="en-US" sz="1800" dirty="0"/>
              <a:t> #   Column                                       Non-Null Count  </a:t>
            </a:r>
            <a:r>
              <a:rPr lang="en-US" sz="1800" dirty="0" err="1"/>
              <a:t>Dtype</a:t>
            </a:r>
            <a:r>
              <a:rPr lang="en-US" sz="1800" dirty="0"/>
              <a:t>  </a:t>
            </a:r>
          </a:p>
          <a:p>
            <a:pPr marL="0" indent="0">
              <a:buNone/>
            </a:pPr>
            <a:r>
              <a:rPr lang="en-US" sz="1800" dirty="0"/>
              <a:t>---  ------                                              --------------  -----  </a:t>
            </a:r>
          </a:p>
          <a:p>
            <a:pPr marL="0" indent="0">
              <a:buNone/>
            </a:pPr>
            <a:r>
              <a:rPr lang="en-US" sz="1800" dirty="0"/>
              <a:t> 0   </a:t>
            </a:r>
            <a:r>
              <a:rPr lang="en-US" sz="1800" dirty="0" err="1"/>
              <a:t>enrollee_id</a:t>
            </a:r>
            <a:r>
              <a:rPr lang="en-US" sz="1800" dirty="0"/>
              <a:t>                                  21287 non-null  int64  </a:t>
            </a:r>
          </a:p>
          <a:p>
            <a:pPr marL="0" indent="0">
              <a:buNone/>
            </a:pPr>
            <a:r>
              <a:rPr lang="en-US" sz="1800" dirty="0"/>
              <a:t> 1   city                                                  21287 non-null  object </a:t>
            </a:r>
          </a:p>
          <a:p>
            <a:pPr marL="0" indent="0">
              <a:buNone/>
            </a:pPr>
            <a:r>
              <a:rPr lang="en-US" sz="1800" dirty="0"/>
              <a:t> 2   </a:t>
            </a:r>
            <a:r>
              <a:rPr lang="en-US" sz="1800" dirty="0" err="1"/>
              <a:t>city_development_index</a:t>
            </a:r>
            <a:r>
              <a:rPr lang="en-US" sz="1800" dirty="0"/>
              <a:t>      21287 non-null  float64</a:t>
            </a:r>
          </a:p>
          <a:p>
            <a:pPr marL="0" indent="0">
              <a:buNone/>
            </a:pPr>
            <a:r>
              <a:rPr lang="en-US" sz="1800" dirty="0"/>
              <a:t> 3   gender                                         16271 non-null  object </a:t>
            </a:r>
          </a:p>
          <a:p>
            <a:pPr marL="0" indent="0">
              <a:buNone/>
            </a:pPr>
            <a:r>
              <a:rPr lang="en-US" sz="1800" dirty="0"/>
              <a:t> 4   </a:t>
            </a:r>
            <a:r>
              <a:rPr lang="en-US" sz="1800" dirty="0" err="1"/>
              <a:t>relevent_experience</a:t>
            </a:r>
            <a:r>
              <a:rPr lang="en-US" sz="1800" dirty="0"/>
              <a:t>              21287 non-null  object </a:t>
            </a:r>
          </a:p>
          <a:p>
            <a:pPr marL="0" indent="0">
              <a:buNone/>
            </a:pPr>
            <a:r>
              <a:rPr lang="en-US" sz="1800" dirty="0"/>
              <a:t> 5   </a:t>
            </a:r>
            <a:r>
              <a:rPr lang="en-US" sz="1800" dirty="0" err="1"/>
              <a:t>enrolled_university</a:t>
            </a:r>
            <a:r>
              <a:rPr lang="en-US" sz="1800" dirty="0"/>
              <a:t>                20870 non-null  object </a:t>
            </a:r>
          </a:p>
          <a:p>
            <a:pPr marL="0" indent="0">
              <a:buNone/>
            </a:pPr>
            <a:r>
              <a:rPr lang="en-US" sz="1800" dirty="0"/>
              <a:t> 6   </a:t>
            </a:r>
            <a:r>
              <a:rPr lang="en-US" sz="1800" dirty="0" err="1"/>
              <a:t>education_level</a:t>
            </a:r>
            <a:r>
              <a:rPr lang="en-US" sz="1800" dirty="0"/>
              <a:t>                      20775 non-null  object </a:t>
            </a:r>
          </a:p>
          <a:p>
            <a:pPr marL="0" indent="0">
              <a:buNone/>
            </a:pPr>
            <a:r>
              <a:rPr lang="en-US" sz="1800" dirty="0"/>
              <a:t> 7   </a:t>
            </a:r>
            <a:r>
              <a:rPr lang="en-US" sz="1800" dirty="0" err="1"/>
              <a:t>major_discipline</a:t>
            </a:r>
            <a:r>
              <a:rPr lang="en-US" sz="1800" dirty="0"/>
              <a:t>                    18162 non-null  object </a:t>
            </a:r>
          </a:p>
          <a:p>
            <a:pPr marL="0" indent="0">
              <a:buNone/>
            </a:pPr>
            <a:r>
              <a:rPr lang="en-US" sz="1800" dirty="0"/>
              <a:t> 8   experience                                21217 non-null  object </a:t>
            </a:r>
          </a:p>
          <a:p>
            <a:pPr marL="0" indent="0">
              <a:buNone/>
            </a:pPr>
            <a:r>
              <a:rPr lang="en-US" sz="1800" dirty="0"/>
              <a:t> 9   </a:t>
            </a:r>
            <a:r>
              <a:rPr lang="en-US" sz="1800" dirty="0" err="1"/>
              <a:t>company_size</a:t>
            </a:r>
            <a:r>
              <a:rPr lang="en-US" sz="1800" dirty="0"/>
              <a:t>                        14727 non-null  object </a:t>
            </a:r>
          </a:p>
          <a:p>
            <a:pPr marL="0" indent="0">
              <a:buNone/>
            </a:pPr>
            <a:r>
              <a:rPr lang="en-US" sz="1800" dirty="0"/>
              <a:t> 10  </a:t>
            </a:r>
            <a:r>
              <a:rPr lang="en-US" sz="1800" dirty="0" err="1"/>
              <a:t>company_type</a:t>
            </a:r>
            <a:r>
              <a:rPr lang="en-US" sz="1800" dirty="0"/>
              <a:t>                      14513 non-null  object </a:t>
            </a:r>
          </a:p>
          <a:p>
            <a:pPr marL="0" indent="0">
              <a:buNone/>
            </a:pPr>
            <a:r>
              <a:rPr lang="en-US" sz="1800" dirty="0"/>
              <a:t> 11  </a:t>
            </a:r>
            <a:r>
              <a:rPr lang="en-US" sz="1800" dirty="0" err="1"/>
              <a:t>last_new_job</a:t>
            </a:r>
            <a:r>
              <a:rPr lang="en-US" sz="1800" dirty="0"/>
              <a:t>                         20824 non-null  object </a:t>
            </a:r>
          </a:p>
          <a:p>
            <a:pPr marL="0" indent="0">
              <a:buNone/>
            </a:pPr>
            <a:r>
              <a:rPr lang="en-US" sz="1800" dirty="0"/>
              <a:t> 12  </a:t>
            </a:r>
            <a:r>
              <a:rPr lang="en-US" sz="1800" dirty="0" err="1"/>
              <a:t>training_hours</a:t>
            </a:r>
            <a:r>
              <a:rPr lang="en-US" sz="1800" dirty="0"/>
              <a:t>                      21287 non-null  int64  </a:t>
            </a:r>
          </a:p>
          <a:p>
            <a:pPr marL="0" indent="0">
              <a:buNone/>
            </a:pPr>
            <a:r>
              <a:rPr lang="en-US" sz="1800" dirty="0"/>
              <a:t> 13  target                                        21287 non-null  float64</a:t>
            </a:r>
          </a:p>
          <a:p>
            <a:pPr marL="0" indent="0">
              <a:buNone/>
            </a:pPr>
            <a:r>
              <a:rPr lang="en-US" sz="1800" dirty="0" err="1"/>
              <a:t>dtypes</a:t>
            </a:r>
            <a:r>
              <a:rPr lang="en-US" sz="1800" dirty="0"/>
              <a:t>:                 float64(2), int64(2), object(10)</a:t>
            </a:r>
          </a:p>
          <a:p>
            <a:pPr marL="0" indent="0">
              <a:buNone/>
            </a:pPr>
            <a:r>
              <a:rPr lang="en-US" sz="1800" dirty="0"/>
              <a:t>memory usage: 2.3+ MB</a:t>
            </a:r>
          </a:p>
        </p:txBody>
      </p:sp>
    </p:spTree>
    <p:extLst>
      <p:ext uri="{BB962C8B-B14F-4D97-AF65-F5344CB8AC3E}">
        <p14:creationId xmlns:p14="http://schemas.microsoft.com/office/powerpoint/2010/main" val="115810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84669C-177E-4F17-B91E-CD364DB3006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Descriptive statsitcs</a:t>
            </a:r>
          </a:p>
        </p:txBody>
      </p:sp>
      <p:graphicFrame>
        <p:nvGraphicFramePr>
          <p:cNvPr id="7" name="Table 6">
            <a:extLst>
              <a:ext uri="{FF2B5EF4-FFF2-40B4-BE49-F238E27FC236}">
                <a16:creationId xmlns:a16="http://schemas.microsoft.com/office/drawing/2014/main" id="{15AF52F8-9938-B22A-BF41-4AD55E59E887}"/>
              </a:ext>
            </a:extLst>
          </p:cNvPr>
          <p:cNvGraphicFramePr>
            <a:graphicFrameLocks noGrp="1"/>
          </p:cNvGraphicFramePr>
          <p:nvPr>
            <p:extLst>
              <p:ext uri="{D42A27DB-BD31-4B8C-83A1-F6EECF244321}">
                <p14:modId xmlns:p14="http://schemas.microsoft.com/office/powerpoint/2010/main" val="2387879566"/>
              </p:ext>
            </p:extLst>
          </p:nvPr>
        </p:nvGraphicFramePr>
        <p:xfrm>
          <a:off x="432221" y="1685462"/>
          <a:ext cx="11446766" cy="2251185"/>
        </p:xfrm>
        <a:graphic>
          <a:graphicData uri="http://schemas.openxmlformats.org/drawingml/2006/table">
            <a:tbl>
              <a:tblPr firstRow="1" bandRow="1">
                <a:solidFill>
                  <a:srgbClr val="F2F2F2">
                    <a:alpha val="45098"/>
                  </a:srgbClr>
                </a:solidFill>
              </a:tblPr>
              <a:tblGrid>
                <a:gridCol w="706524">
                  <a:extLst>
                    <a:ext uri="{9D8B030D-6E8A-4147-A177-3AD203B41FA5}">
                      <a16:colId xmlns:a16="http://schemas.microsoft.com/office/drawing/2014/main" val="890268611"/>
                    </a:ext>
                  </a:extLst>
                </a:gridCol>
                <a:gridCol w="940426">
                  <a:extLst>
                    <a:ext uri="{9D8B030D-6E8A-4147-A177-3AD203B41FA5}">
                      <a16:colId xmlns:a16="http://schemas.microsoft.com/office/drawing/2014/main" val="464892823"/>
                    </a:ext>
                  </a:extLst>
                </a:gridCol>
                <a:gridCol w="1121229">
                  <a:extLst>
                    <a:ext uri="{9D8B030D-6E8A-4147-A177-3AD203B41FA5}">
                      <a16:colId xmlns:a16="http://schemas.microsoft.com/office/drawing/2014/main" val="459449709"/>
                    </a:ext>
                  </a:extLst>
                </a:gridCol>
                <a:gridCol w="1186543">
                  <a:extLst>
                    <a:ext uri="{9D8B030D-6E8A-4147-A177-3AD203B41FA5}">
                      <a16:colId xmlns:a16="http://schemas.microsoft.com/office/drawing/2014/main" val="2187846837"/>
                    </a:ext>
                  </a:extLst>
                </a:gridCol>
                <a:gridCol w="1143000">
                  <a:extLst>
                    <a:ext uri="{9D8B030D-6E8A-4147-A177-3AD203B41FA5}">
                      <a16:colId xmlns:a16="http://schemas.microsoft.com/office/drawing/2014/main" val="52759681"/>
                    </a:ext>
                  </a:extLst>
                </a:gridCol>
                <a:gridCol w="1034143">
                  <a:extLst>
                    <a:ext uri="{9D8B030D-6E8A-4147-A177-3AD203B41FA5}">
                      <a16:colId xmlns:a16="http://schemas.microsoft.com/office/drawing/2014/main" val="1192348456"/>
                    </a:ext>
                  </a:extLst>
                </a:gridCol>
                <a:gridCol w="838200">
                  <a:extLst>
                    <a:ext uri="{9D8B030D-6E8A-4147-A177-3AD203B41FA5}">
                      <a16:colId xmlns:a16="http://schemas.microsoft.com/office/drawing/2014/main" val="1961990011"/>
                    </a:ext>
                  </a:extLst>
                </a:gridCol>
                <a:gridCol w="1110343">
                  <a:extLst>
                    <a:ext uri="{9D8B030D-6E8A-4147-A177-3AD203B41FA5}">
                      <a16:colId xmlns:a16="http://schemas.microsoft.com/office/drawing/2014/main" val="1931519353"/>
                    </a:ext>
                  </a:extLst>
                </a:gridCol>
                <a:gridCol w="1099457">
                  <a:extLst>
                    <a:ext uri="{9D8B030D-6E8A-4147-A177-3AD203B41FA5}">
                      <a16:colId xmlns:a16="http://schemas.microsoft.com/office/drawing/2014/main" val="2361157777"/>
                    </a:ext>
                  </a:extLst>
                </a:gridCol>
                <a:gridCol w="1099457">
                  <a:extLst>
                    <a:ext uri="{9D8B030D-6E8A-4147-A177-3AD203B41FA5}">
                      <a16:colId xmlns:a16="http://schemas.microsoft.com/office/drawing/2014/main" val="515345910"/>
                    </a:ext>
                  </a:extLst>
                </a:gridCol>
                <a:gridCol w="1167444">
                  <a:extLst>
                    <a:ext uri="{9D8B030D-6E8A-4147-A177-3AD203B41FA5}">
                      <a16:colId xmlns:a16="http://schemas.microsoft.com/office/drawing/2014/main" val="3158639020"/>
                    </a:ext>
                  </a:extLst>
                </a:gridCol>
              </a:tblGrid>
              <a:tr h="593255">
                <a:tc>
                  <a:txBody>
                    <a:bodyPr/>
                    <a:lstStyle/>
                    <a:p>
                      <a:pPr algn="r" fontAlgn="ctr"/>
                      <a:br>
                        <a:rPr lang="en-US" sz="1600" b="0" cap="none" spc="0">
                          <a:solidFill>
                            <a:schemeClr val="bg1"/>
                          </a:solidFill>
                          <a:effectLst/>
                        </a:rPr>
                      </a:br>
                      <a:r>
                        <a:rPr lang="en-US" sz="1600" b="0" cap="none" spc="0">
                          <a:solidFill>
                            <a:schemeClr val="bg1"/>
                          </a:solidFill>
                          <a:effectLst/>
                        </a:rPr>
                        <a:t>      </a:t>
                      </a:r>
                      <a:endParaRPr lang="en-US" sz="1600" b="0" cap="none" spc="0" dirty="0">
                        <a:solidFill>
                          <a:schemeClr val="bg1"/>
                        </a:solidFill>
                        <a:effectLst/>
                      </a:endParaRP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br>
                        <a:rPr lang="en-US" sz="1600" b="0" cap="none" spc="0">
                          <a:solidFill>
                            <a:schemeClr val="bg1"/>
                          </a:solidFill>
                          <a:effectLst/>
                        </a:rPr>
                      </a:br>
                      <a:r>
                        <a:rPr lang="en-US" sz="1600" b="0" cap="none" spc="0">
                          <a:solidFill>
                            <a:schemeClr val="bg1"/>
                          </a:solidFill>
                          <a:effectLst/>
                        </a:rPr>
                        <a:t>      gender</a:t>
                      </a:r>
                      <a:endParaRPr lang="en-US" sz="1600" b="0" cap="none" spc="0" dirty="0">
                        <a:solidFill>
                          <a:schemeClr val="bg1"/>
                        </a:solidFill>
                        <a:effectLst/>
                      </a:endParaRP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relevent_experience</a:t>
                      </a:r>
                      <a:endParaRPr lang="en-US" sz="1600" b="0" cap="none" spc="0" dirty="0">
                        <a:solidFill>
                          <a:schemeClr val="bg1"/>
                        </a:solidFill>
                        <a:effectLst/>
                      </a:endParaRP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enrolled_university</a:t>
                      </a: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education_level</a:t>
                      </a: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major_discipline</a:t>
                      </a: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experience</a:t>
                      </a: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company_size</a:t>
                      </a: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company_type</a:t>
                      </a: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last_new_job</a:t>
                      </a: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tc>
                  <a:txBody>
                    <a:bodyPr/>
                    <a:lstStyle/>
                    <a:p>
                      <a:pPr algn="r" fontAlgn="ctr"/>
                      <a:r>
                        <a:rPr lang="en-US" sz="1600" b="0" cap="none" spc="0">
                          <a:solidFill>
                            <a:schemeClr val="bg1"/>
                          </a:solidFill>
                          <a:effectLst/>
                        </a:rPr>
                        <a:t>looking_for_job_change</a:t>
                      </a:r>
                      <a:endParaRPr lang="en-US" sz="1600" b="0" cap="none" spc="0" dirty="0">
                        <a:solidFill>
                          <a:schemeClr val="bg1"/>
                        </a:solidFill>
                        <a:effectLst/>
                      </a:endParaRPr>
                    </a:p>
                  </a:txBody>
                  <a:tcPr marL="45287" marR="45287" marT="67930" marB="22643"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382054623"/>
                  </a:ext>
                </a:extLst>
              </a:tr>
              <a:tr h="253606">
                <a:tc>
                  <a:txBody>
                    <a:bodyPr/>
                    <a:lstStyle/>
                    <a:p>
                      <a:pPr algn="r" fontAlgn="ctr"/>
                      <a:r>
                        <a:rPr lang="en-US" sz="1400" b="0" cap="none" spc="0">
                          <a:solidFill>
                            <a:schemeClr val="tx1"/>
                          </a:solidFill>
                          <a:effectLst/>
                        </a:rPr>
                        <a:t>count</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16271</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21287</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20870</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20775</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18162</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21217</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14727</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14513</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20824</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19158</a:t>
                      </a:r>
                    </a:p>
                  </a:txBody>
                  <a:tcPr marL="45287" marR="45287" marT="67930" marB="22643"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4074111512"/>
                  </a:ext>
                </a:extLst>
              </a:tr>
              <a:tr h="253606">
                <a:tc>
                  <a:txBody>
                    <a:bodyPr/>
                    <a:lstStyle/>
                    <a:p>
                      <a:pPr algn="r" fontAlgn="ctr"/>
                      <a:r>
                        <a:rPr lang="en-US" sz="1400" b="0" cap="none" spc="0">
                          <a:solidFill>
                            <a:schemeClr val="tx1"/>
                          </a:solidFill>
                          <a:effectLst/>
                        </a:rPr>
                        <a:t>unique</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3</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2</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3</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5</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6</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22</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8</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6</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6</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2</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30371069"/>
                  </a:ext>
                </a:extLst>
              </a:tr>
              <a:tr h="389465">
                <a:tc>
                  <a:txBody>
                    <a:bodyPr/>
                    <a:lstStyle/>
                    <a:p>
                      <a:pPr algn="r" fontAlgn="ctr"/>
                      <a:r>
                        <a:rPr lang="en-US" sz="1400" b="0" cap="none" spc="0">
                          <a:solidFill>
                            <a:schemeClr val="tx1"/>
                          </a:solidFill>
                          <a:effectLst/>
                        </a:rPr>
                        <a:t>top</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Male</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Has relevent experience</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no_enrollment</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Graduate</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STEM</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&gt;20</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50-99</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Pvt Ltd</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1</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r>
                        <a:rPr lang="en-US" sz="1400" cap="none" spc="0">
                          <a:solidFill>
                            <a:schemeClr val="tx1"/>
                          </a:solidFill>
                          <a:effectLst/>
                        </a:rPr>
                        <a:t>No</a:t>
                      </a:r>
                    </a:p>
                  </a:txBody>
                  <a:tcPr marL="45287" marR="45287" marT="67930" marB="2264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048328205"/>
                  </a:ext>
                </a:extLst>
              </a:tr>
              <a:tr h="253606">
                <a:tc>
                  <a:txBody>
                    <a:bodyPr/>
                    <a:lstStyle/>
                    <a:p>
                      <a:pPr algn="r" fontAlgn="ctr"/>
                      <a:r>
                        <a:rPr lang="en-US" sz="1400" b="0" cap="none" spc="0">
                          <a:solidFill>
                            <a:schemeClr val="tx1"/>
                          </a:solidFill>
                          <a:effectLst/>
                        </a:rPr>
                        <a:t>freq</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14681</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15316</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15336</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12867</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16113</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3669</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3421</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10958</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8924</a:t>
                      </a: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r>
                        <a:rPr lang="en-US" sz="1400" cap="none" spc="0">
                          <a:solidFill>
                            <a:schemeClr val="tx1"/>
                          </a:solidFill>
                          <a:effectLst/>
                        </a:rPr>
                        <a:t>14381</a:t>
                      </a:r>
                      <a:endParaRPr lang="en-US" sz="1400" cap="none" spc="0" dirty="0">
                        <a:solidFill>
                          <a:schemeClr val="tx1"/>
                        </a:solidFill>
                        <a:effectLst/>
                      </a:endParaRPr>
                    </a:p>
                  </a:txBody>
                  <a:tcPr marL="45287" marR="45287" marT="67930" marB="2264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994742256"/>
                  </a:ext>
                </a:extLst>
              </a:tr>
            </a:tbl>
          </a:graphicData>
        </a:graphic>
      </p:graphicFrame>
      <p:graphicFrame>
        <p:nvGraphicFramePr>
          <p:cNvPr id="39" name="TextBox 14">
            <a:extLst>
              <a:ext uri="{FF2B5EF4-FFF2-40B4-BE49-F238E27FC236}">
                <a16:creationId xmlns:a16="http://schemas.microsoft.com/office/drawing/2014/main" id="{C10EBE18-8088-38E1-37DB-14F38699C13D}"/>
              </a:ext>
            </a:extLst>
          </p:cNvPr>
          <p:cNvGraphicFramePr/>
          <p:nvPr>
            <p:extLst>
              <p:ext uri="{D42A27DB-BD31-4B8C-83A1-F6EECF244321}">
                <p14:modId xmlns:p14="http://schemas.microsoft.com/office/powerpoint/2010/main" val="426382616"/>
              </p:ext>
            </p:extLst>
          </p:nvPr>
        </p:nvGraphicFramePr>
        <p:xfrm>
          <a:off x="2808513" y="4133238"/>
          <a:ext cx="7391401" cy="25614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848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19B20-6D0E-FA70-B9A5-D8BBAE9EE2D9}"/>
              </a:ext>
            </a:extLst>
          </p:cNvPr>
          <p:cNvSpPr>
            <a:spLocks noGrp="1"/>
          </p:cNvSpPr>
          <p:nvPr>
            <p:ph type="title"/>
          </p:nvPr>
        </p:nvSpPr>
        <p:spPr>
          <a:xfrm>
            <a:off x="-15531" y="2131434"/>
            <a:ext cx="3779642" cy="983726"/>
          </a:xfrm>
        </p:spPr>
        <p:txBody>
          <a:bodyPr anchor="b">
            <a:normAutofit/>
          </a:bodyPr>
          <a:lstStyle/>
          <a:p>
            <a:pPr algn="ctr"/>
            <a:r>
              <a:rPr lang="en-US" sz="4000" dirty="0">
                <a:solidFill>
                  <a:srgbClr val="FFFFFF"/>
                </a:solidFill>
              </a:rPr>
              <a:t>Missing values</a:t>
            </a:r>
          </a:p>
        </p:txBody>
      </p:sp>
      <p:graphicFrame>
        <p:nvGraphicFramePr>
          <p:cNvPr id="28" name="Content Placeholder 2">
            <a:extLst>
              <a:ext uri="{FF2B5EF4-FFF2-40B4-BE49-F238E27FC236}">
                <a16:creationId xmlns:a16="http://schemas.microsoft.com/office/drawing/2014/main" id="{371F2F16-3627-173C-940E-08A9DC46DAB7}"/>
              </a:ext>
            </a:extLst>
          </p:cNvPr>
          <p:cNvGraphicFramePr>
            <a:graphicFrameLocks noGrp="1"/>
          </p:cNvGraphicFramePr>
          <p:nvPr>
            <p:ph idx="1"/>
          </p:nvPr>
        </p:nvGraphicFramePr>
        <p:xfrm>
          <a:off x="4698858" y="286173"/>
          <a:ext cx="6555347" cy="554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1">
            <a:extLst>
              <a:ext uri="{FF2B5EF4-FFF2-40B4-BE49-F238E27FC236}">
                <a16:creationId xmlns:a16="http://schemas.microsoft.com/office/drawing/2014/main" id="{4012B225-073A-B50C-96DE-07576AC12692}"/>
              </a:ext>
            </a:extLst>
          </p:cNvPr>
          <p:cNvSpPr txBox="1">
            <a:spLocks/>
          </p:cNvSpPr>
          <p:nvPr/>
        </p:nvSpPr>
        <p:spPr>
          <a:xfrm>
            <a:off x="619122" y="4985657"/>
            <a:ext cx="3201366" cy="149240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a:solidFill>
                  <a:srgbClr val="FFFFFF"/>
                </a:solidFill>
              </a:rPr>
              <a:t>Duplicates:</a:t>
            </a:r>
            <a:endParaRPr lang="en-US" sz="4000" dirty="0">
              <a:solidFill>
                <a:srgbClr val="FFFFFF"/>
              </a:solidFill>
            </a:endParaRPr>
          </a:p>
        </p:txBody>
      </p:sp>
      <p:sp>
        <p:nvSpPr>
          <p:cNvPr id="5" name="TextBox 4">
            <a:extLst>
              <a:ext uri="{FF2B5EF4-FFF2-40B4-BE49-F238E27FC236}">
                <a16:creationId xmlns:a16="http://schemas.microsoft.com/office/drawing/2014/main" id="{7AA7FF19-EEDF-14BE-2EB8-12DB0A035FD7}"/>
              </a:ext>
            </a:extLst>
          </p:cNvPr>
          <p:cNvSpPr txBox="1"/>
          <p:nvPr/>
        </p:nvSpPr>
        <p:spPr>
          <a:xfrm>
            <a:off x="4822371" y="6052457"/>
            <a:ext cx="5257544" cy="482633"/>
          </a:xfrm>
          <a:prstGeom prst="rect">
            <a:avLst/>
          </a:prstGeom>
        </p:spPr>
        <p:txBody>
          <a:bodyPr vert="horz" lIns="91440" tIns="45720" rIns="91440" bIns="45720" rtlCol="0" anchor="ctr">
            <a:normAutofit/>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400"/>
              <a:t>62 duplicate rows</a:t>
            </a:r>
            <a:endParaRPr lang="en-US" sz="2400" dirty="0"/>
          </a:p>
        </p:txBody>
      </p:sp>
    </p:spTree>
    <p:extLst>
      <p:ext uri="{BB962C8B-B14F-4D97-AF65-F5344CB8AC3E}">
        <p14:creationId xmlns:p14="http://schemas.microsoft.com/office/powerpoint/2010/main" val="3610467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A7F1F-96D5-B021-759A-C7BD3A5FCFE8}"/>
              </a:ext>
            </a:extLst>
          </p:cNvPr>
          <p:cNvSpPr>
            <a:spLocks noGrp="1"/>
          </p:cNvSpPr>
          <p:nvPr>
            <p:ph type="title"/>
          </p:nvPr>
        </p:nvSpPr>
        <p:spPr>
          <a:xfrm>
            <a:off x="225251" y="128788"/>
            <a:ext cx="10515600" cy="735370"/>
          </a:xfrm>
        </p:spPr>
        <p:txBody>
          <a:bodyPr/>
          <a:lstStyle/>
          <a:p>
            <a:r>
              <a:rPr lang="en-US" dirty="0"/>
              <a:t>Preprocessing </a:t>
            </a:r>
          </a:p>
        </p:txBody>
      </p:sp>
      <p:graphicFrame>
        <p:nvGraphicFramePr>
          <p:cNvPr id="7" name="Content Placeholder 2">
            <a:extLst>
              <a:ext uri="{FF2B5EF4-FFF2-40B4-BE49-F238E27FC236}">
                <a16:creationId xmlns:a16="http://schemas.microsoft.com/office/drawing/2014/main" id="{E7D88959-6001-24CA-0280-54B1B8AE0991}"/>
              </a:ext>
            </a:extLst>
          </p:cNvPr>
          <p:cNvGraphicFramePr>
            <a:graphicFrameLocks noGrp="1"/>
          </p:cNvGraphicFramePr>
          <p:nvPr>
            <p:ph idx="1"/>
            <p:extLst>
              <p:ext uri="{D42A27DB-BD31-4B8C-83A1-F6EECF244321}">
                <p14:modId xmlns:p14="http://schemas.microsoft.com/office/powerpoint/2010/main" val="1608420126"/>
              </p:ext>
            </p:extLst>
          </p:nvPr>
        </p:nvGraphicFramePr>
        <p:xfrm>
          <a:off x="456362" y="864158"/>
          <a:ext cx="10757598" cy="5865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B41735F-57F3-2F67-4F3D-C8CD29B6C37B}"/>
              </a:ext>
            </a:extLst>
          </p:cNvPr>
          <p:cNvSpPr txBox="1"/>
          <p:nvPr/>
        </p:nvSpPr>
        <p:spPr>
          <a:xfrm>
            <a:off x="8920802" y="6004911"/>
            <a:ext cx="1951513" cy="738664"/>
          </a:xfrm>
          <a:prstGeom prst="rect">
            <a:avLst/>
          </a:prstGeom>
          <a:noFill/>
        </p:spPr>
        <p:txBody>
          <a:bodyPr wrap="square" rtlCol="0">
            <a:spAutoFit/>
          </a:bodyPr>
          <a:lstStyle/>
          <a:p>
            <a:r>
              <a:rPr lang="en-US" sz="1400" dirty="0"/>
              <a:t>After RUS&gt;&gt;target</a:t>
            </a:r>
          </a:p>
          <a:p>
            <a:r>
              <a:rPr lang="en-US" sz="1400" dirty="0"/>
              <a:t>                       0.0    3026</a:t>
            </a:r>
          </a:p>
          <a:p>
            <a:r>
              <a:rPr lang="en-US" sz="1400" dirty="0"/>
              <a:t>                       1.0    3026</a:t>
            </a:r>
          </a:p>
        </p:txBody>
      </p:sp>
      <p:sp>
        <p:nvSpPr>
          <p:cNvPr id="5" name="TextBox 4">
            <a:extLst>
              <a:ext uri="{FF2B5EF4-FFF2-40B4-BE49-F238E27FC236}">
                <a16:creationId xmlns:a16="http://schemas.microsoft.com/office/drawing/2014/main" id="{EB373184-3645-F3E0-0522-3BFFFAEA235B}"/>
              </a:ext>
            </a:extLst>
          </p:cNvPr>
          <p:cNvSpPr txBox="1"/>
          <p:nvPr/>
        </p:nvSpPr>
        <p:spPr>
          <a:xfrm>
            <a:off x="6962215" y="6004911"/>
            <a:ext cx="1870284" cy="738664"/>
          </a:xfrm>
          <a:prstGeom prst="rect">
            <a:avLst/>
          </a:prstGeom>
          <a:noFill/>
        </p:spPr>
        <p:txBody>
          <a:bodyPr wrap="square" rtlCol="0">
            <a:spAutoFit/>
          </a:bodyPr>
          <a:lstStyle/>
          <a:p>
            <a:r>
              <a:rPr lang="en-US" sz="1400" dirty="0"/>
              <a:t>Before RUS &gt;&gt;target</a:t>
            </a:r>
          </a:p>
          <a:p>
            <a:r>
              <a:rPr lang="en-US" sz="1400" dirty="0"/>
              <a:t>                      0.0    8697</a:t>
            </a:r>
          </a:p>
          <a:p>
            <a:r>
              <a:rPr lang="en-US" sz="1400" dirty="0"/>
              <a:t>                      1.0    3026</a:t>
            </a:r>
          </a:p>
        </p:txBody>
      </p:sp>
    </p:spTree>
    <p:extLst>
      <p:ext uri="{BB962C8B-B14F-4D97-AF65-F5344CB8AC3E}">
        <p14:creationId xmlns:p14="http://schemas.microsoft.com/office/powerpoint/2010/main" val="1242649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DF06F-6171-3BE9-B43F-135BC964EE8D}"/>
              </a:ext>
            </a:extLst>
          </p:cNvPr>
          <p:cNvSpPr>
            <a:spLocks noGrp="1"/>
          </p:cNvSpPr>
          <p:nvPr>
            <p:ph type="title"/>
          </p:nvPr>
        </p:nvSpPr>
        <p:spPr>
          <a:xfrm>
            <a:off x="623048" y="200802"/>
            <a:ext cx="10299510" cy="810532"/>
          </a:xfrm>
        </p:spPr>
        <p:txBody>
          <a:bodyPr>
            <a:noAutofit/>
          </a:bodyPr>
          <a:lstStyle/>
          <a:p>
            <a:r>
              <a:rPr lang="en-US" sz="3200" dirty="0"/>
              <a:t>How Gender influence candidate to look for job change?</a:t>
            </a:r>
          </a:p>
        </p:txBody>
      </p:sp>
      <p:pic>
        <p:nvPicPr>
          <p:cNvPr id="5" name="Content Placeholder 4">
            <a:extLst>
              <a:ext uri="{FF2B5EF4-FFF2-40B4-BE49-F238E27FC236}">
                <a16:creationId xmlns:a16="http://schemas.microsoft.com/office/drawing/2014/main" id="{7F82B24B-47A9-453C-F27C-B574DE59FEDA}"/>
              </a:ext>
            </a:extLst>
          </p:cNvPr>
          <p:cNvPicPr>
            <a:picLocks noGrp="1" noChangeAspect="1"/>
          </p:cNvPicPr>
          <p:nvPr>
            <p:ph idx="1"/>
          </p:nvPr>
        </p:nvPicPr>
        <p:blipFill>
          <a:blip r:embed="rId2"/>
          <a:stretch>
            <a:fillRect/>
          </a:stretch>
        </p:blipFill>
        <p:spPr>
          <a:xfrm>
            <a:off x="623048" y="1125415"/>
            <a:ext cx="11108614" cy="5335675"/>
          </a:xfrm>
        </p:spPr>
      </p:pic>
    </p:spTree>
    <p:extLst>
      <p:ext uri="{BB962C8B-B14F-4D97-AF65-F5344CB8AC3E}">
        <p14:creationId xmlns:p14="http://schemas.microsoft.com/office/powerpoint/2010/main" val="302878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5967C-A035-73A3-090A-E37B8CB2A77B}"/>
              </a:ext>
            </a:extLst>
          </p:cNvPr>
          <p:cNvSpPr>
            <a:spLocks noGrp="1"/>
          </p:cNvSpPr>
          <p:nvPr>
            <p:ph type="title"/>
          </p:nvPr>
        </p:nvSpPr>
        <p:spPr>
          <a:xfrm>
            <a:off x="476458" y="224448"/>
            <a:ext cx="11034223" cy="941161"/>
          </a:xfrm>
        </p:spPr>
        <p:txBody>
          <a:bodyPr>
            <a:noAutofit/>
          </a:bodyPr>
          <a:lstStyle/>
          <a:p>
            <a:r>
              <a:rPr lang="en-US" sz="2800" dirty="0"/>
              <a:t>How Relevant experience influence candidate to look for job change?</a:t>
            </a:r>
          </a:p>
        </p:txBody>
      </p:sp>
      <p:pic>
        <p:nvPicPr>
          <p:cNvPr id="6" name="Picture 5">
            <a:extLst>
              <a:ext uri="{FF2B5EF4-FFF2-40B4-BE49-F238E27FC236}">
                <a16:creationId xmlns:a16="http://schemas.microsoft.com/office/drawing/2014/main" id="{CF95B237-19D6-E6B4-78C0-736C2DDC2825}"/>
              </a:ext>
            </a:extLst>
          </p:cNvPr>
          <p:cNvPicPr>
            <a:picLocks noChangeAspect="1"/>
          </p:cNvPicPr>
          <p:nvPr/>
        </p:nvPicPr>
        <p:blipFill>
          <a:blip r:embed="rId2"/>
          <a:stretch>
            <a:fillRect/>
          </a:stretch>
        </p:blipFill>
        <p:spPr>
          <a:xfrm>
            <a:off x="322729" y="1085222"/>
            <a:ext cx="11584568" cy="5407654"/>
          </a:xfrm>
          <a:prstGeom prst="rect">
            <a:avLst/>
          </a:prstGeom>
        </p:spPr>
      </p:pic>
    </p:spTree>
    <p:extLst>
      <p:ext uri="{BB962C8B-B14F-4D97-AF65-F5344CB8AC3E}">
        <p14:creationId xmlns:p14="http://schemas.microsoft.com/office/powerpoint/2010/main" val="3226003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6351B-0499-71E0-6281-00B3895C6A3A}"/>
              </a:ext>
            </a:extLst>
          </p:cNvPr>
          <p:cNvSpPr>
            <a:spLocks noGrp="1"/>
          </p:cNvSpPr>
          <p:nvPr>
            <p:ph type="title"/>
          </p:nvPr>
        </p:nvSpPr>
        <p:spPr>
          <a:xfrm>
            <a:off x="450352" y="264642"/>
            <a:ext cx="10854044" cy="689951"/>
          </a:xfrm>
        </p:spPr>
        <p:txBody>
          <a:bodyPr>
            <a:noAutofit/>
          </a:bodyPr>
          <a:lstStyle/>
          <a:p>
            <a:r>
              <a:rPr lang="en-US" sz="2800" dirty="0"/>
              <a:t>How Experience influence candidate to look for job change?</a:t>
            </a:r>
          </a:p>
        </p:txBody>
      </p:sp>
      <p:pic>
        <p:nvPicPr>
          <p:cNvPr id="5" name="Content Placeholder 4">
            <a:extLst>
              <a:ext uri="{FF2B5EF4-FFF2-40B4-BE49-F238E27FC236}">
                <a16:creationId xmlns:a16="http://schemas.microsoft.com/office/drawing/2014/main" id="{23296CBD-E0D3-96FD-6892-94B9E9978930}"/>
              </a:ext>
            </a:extLst>
          </p:cNvPr>
          <p:cNvPicPr>
            <a:picLocks noGrp="1" noChangeAspect="1"/>
          </p:cNvPicPr>
          <p:nvPr>
            <p:ph idx="1"/>
          </p:nvPr>
        </p:nvPicPr>
        <p:blipFill>
          <a:blip r:embed="rId2"/>
          <a:stretch>
            <a:fillRect/>
          </a:stretch>
        </p:blipFill>
        <p:spPr>
          <a:xfrm>
            <a:off x="450352" y="1195754"/>
            <a:ext cx="11291296" cy="5430249"/>
          </a:xfrm>
        </p:spPr>
      </p:pic>
    </p:spTree>
    <p:extLst>
      <p:ext uri="{BB962C8B-B14F-4D97-AF65-F5344CB8AC3E}">
        <p14:creationId xmlns:p14="http://schemas.microsoft.com/office/powerpoint/2010/main" val="2342735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C9AD9-0AD1-8DD4-B003-E252735C7BAA}"/>
              </a:ext>
            </a:extLst>
          </p:cNvPr>
          <p:cNvSpPr>
            <a:spLocks noGrp="1"/>
          </p:cNvSpPr>
          <p:nvPr>
            <p:ph type="title"/>
          </p:nvPr>
        </p:nvSpPr>
        <p:spPr>
          <a:xfrm>
            <a:off x="335782" y="199016"/>
            <a:ext cx="11320306" cy="624949"/>
          </a:xfrm>
        </p:spPr>
        <p:txBody>
          <a:bodyPr>
            <a:noAutofit/>
          </a:bodyPr>
          <a:lstStyle/>
          <a:p>
            <a:r>
              <a:rPr lang="en-US" sz="2800" dirty="0"/>
              <a:t>How City development index influence candidate to look for job change? </a:t>
            </a:r>
          </a:p>
        </p:txBody>
      </p:sp>
      <p:pic>
        <p:nvPicPr>
          <p:cNvPr id="5" name="Content Placeholder 4">
            <a:extLst>
              <a:ext uri="{FF2B5EF4-FFF2-40B4-BE49-F238E27FC236}">
                <a16:creationId xmlns:a16="http://schemas.microsoft.com/office/drawing/2014/main" id="{D58A46B3-98DA-3E75-E446-C9B1B9588402}"/>
              </a:ext>
            </a:extLst>
          </p:cNvPr>
          <p:cNvPicPr>
            <a:picLocks noGrp="1" noChangeAspect="1"/>
          </p:cNvPicPr>
          <p:nvPr>
            <p:ph idx="1"/>
          </p:nvPr>
        </p:nvPicPr>
        <p:blipFill>
          <a:blip r:embed="rId2"/>
          <a:stretch>
            <a:fillRect/>
          </a:stretch>
        </p:blipFill>
        <p:spPr>
          <a:xfrm>
            <a:off x="194417" y="924448"/>
            <a:ext cx="11725056" cy="5734537"/>
          </a:xfrm>
        </p:spPr>
      </p:pic>
    </p:spTree>
    <p:extLst>
      <p:ext uri="{BB962C8B-B14F-4D97-AF65-F5344CB8AC3E}">
        <p14:creationId xmlns:p14="http://schemas.microsoft.com/office/powerpoint/2010/main" val="1134474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EEEB20-1BEA-3B43-ADF9-CE5D0721B0A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Heatmap</a:t>
            </a:r>
          </a:p>
        </p:txBody>
      </p:sp>
      <p:sp>
        <p:nvSpPr>
          <p:cNvPr id="1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374C4F3-1D81-690A-DD10-B69E521B27DE}"/>
              </a:ext>
            </a:extLst>
          </p:cNvPr>
          <p:cNvPicPr>
            <a:picLocks noGrp="1" noChangeAspect="1"/>
          </p:cNvPicPr>
          <p:nvPr>
            <p:ph idx="1"/>
          </p:nvPr>
        </p:nvPicPr>
        <p:blipFill>
          <a:blip r:embed="rId2"/>
          <a:stretch>
            <a:fillRect/>
          </a:stretch>
        </p:blipFill>
        <p:spPr>
          <a:xfrm>
            <a:off x="4623955" y="1007118"/>
            <a:ext cx="7138554" cy="5816415"/>
          </a:xfrm>
          <a:prstGeom prst="rect">
            <a:avLst/>
          </a:prstGeom>
        </p:spPr>
      </p:pic>
    </p:spTree>
    <p:extLst>
      <p:ext uri="{BB962C8B-B14F-4D97-AF65-F5344CB8AC3E}">
        <p14:creationId xmlns:p14="http://schemas.microsoft.com/office/powerpoint/2010/main" val="529067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DD68E-C536-934A-C025-3F98AD0D4643}"/>
              </a:ext>
            </a:extLst>
          </p:cNvPr>
          <p:cNvSpPr>
            <a:spLocks noGrp="1"/>
          </p:cNvSpPr>
          <p:nvPr>
            <p:ph type="title"/>
          </p:nvPr>
        </p:nvSpPr>
        <p:spPr>
          <a:xfrm>
            <a:off x="562707" y="365125"/>
            <a:ext cx="11113477" cy="951209"/>
          </a:xfrm>
        </p:spPr>
        <p:txBody>
          <a:bodyPr/>
          <a:lstStyle/>
          <a:p>
            <a:r>
              <a:rPr lang="en-US" dirty="0"/>
              <a:t>City development index vs looking for job change</a:t>
            </a:r>
          </a:p>
        </p:txBody>
      </p:sp>
      <p:pic>
        <p:nvPicPr>
          <p:cNvPr id="5" name="Picture 4">
            <a:extLst>
              <a:ext uri="{FF2B5EF4-FFF2-40B4-BE49-F238E27FC236}">
                <a16:creationId xmlns:a16="http://schemas.microsoft.com/office/drawing/2014/main" id="{0D3DF413-DAD3-F840-9FCE-FA837CB543CA}"/>
              </a:ext>
            </a:extLst>
          </p:cNvPr>
          <p:cNvPicPr>
            <a:picLocks noChangeAspect="1"/>
          </p:cNvPicPr>
          <p:nvPr/>
        </p:nvPicPr>
        <p:blipFill>
          <a:blip r:embed="rId2"/>
          <a:stretch>
            <a:fillRect/>
          </a:stretch>
        </p:blipFill>
        <p:spPr>
          <a:xfrm>
            <a:off x="446809" y="1557496"/>
            <a:ext cx="11475028" cy="4722724"/>
          </a:xfrm>
          <a:prstGeom prst="rect">
            <a:avLst/>
          </a:prstGeom>
        </p:spPr>
      </p:pic>
    </p:spTree>
    <p:extLst>
      <p:ext uri="{BB962C8B-B14F-4D97-AF65-F5344CB8AC3E}">
        <p14:creationId xmlns:p14="http://schemas.microsoft.com/office/powerpoint/2010/main" val="3581444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FFDFE-80B6-FA0B-BC3C-6A93338F568C}"/>
              </a:ext>
            </a:extLst>
          </p:cNvPr>
          <p:cNvSpPr>
            <a:spLocks noGrp="1"/>
          </p:cNvSpPr>
          <p:nvPr>
            <p:ph type="title"/>
          </p:nvPr>
        </p:nvSpPr>
        <p:spPr>
          <a:xfrm>
            <a:off x="506604" y="224448"/>
            <a:ext cx="10515600" cy="1325563"/>
          </a:xfrm>
        </p:spPr>
        <p:txBody>
          <a:bodyPr/>
          <a:lstStyle/>
          <a:p>
            <a:r>
              <a:rPr lang="en-US"/>
              <a:t>Training hours vs looking for job change</a:t>
            </a:r>
            <a:endParaRPr lang="en-US" dirty="0"/>
          </a:p>
        </p:txBody>
      </p:sp>
      <p:sp>
        <p:nvSpPr>
          <p:cNvPr id="3" name="Content Placeholder 2">
            <a:extLst>
              <a:ext uri="{FF2B5EF4-FFF2-40B4-BE49-F238E27FC236}">
                <a16:creationId xmlns:a16="http://schemas.microsoft.com/office/drawing/2014/main" id="{51BAB163-7FFD-96D5-F82A-11A99077103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B43776F-D19C-CC8A-CE27-C78EDB45C8E0}"/>
              </a:ext>
            </a:extLst>
          </p:cNvPr>
          <p:cNvPicPr>
            <a:picLocks noChangeAspect="1"/>
          </p:cNvPicPr>
          <p:nvPr/>
        </p:nvPicPr>
        <p:blipFill>
          <a:blip r:embed="rId2"/>
          <a:stretch>
            <a:fillRect/>
          </a:stretch>
        </p:blipFill>
        <p:spPr>
          <a:xfrm>
            <a:off x="379268" y="1825624"/>
            <a:ext cx="11433464" cy="4918075"/>
          </a:xfrm>
          <a:prstGeom prst="rect">
            <a:avLst/>
          </a:prstGeom>
        </p:spPr>
      </p:pic>
    </p:spTree>
    <p:extLst>
      <p:ext uri="{BB962C8B-B14F-4D97-AF65-F5344CB8AC3E}">
        <p14:creationId xmlns:p14="http://schemas.microsoft.com/office/powerpoint/2010/main" val="1880373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3281-56A9-7AC1-766D-27389E0AEE94}"/>
              </a:ext>
            </a:extLst>
          </p:cNvPr>
          <p:cNvSpPr>
            <a:spLocks noGrp="1"/>
          </p:cNvSpPr>
          <p:nvPr>
            <p:ph type="title"/>
          </p:nvPr>
        </p:nvSpPr>
        <p:spPr>
          <a:xfrm>
            <a:off x="245919" y="313171"/>
            <a:ext cx="10515600" cy="809048"/>
          </a:xfrm>
        </p:spPr>
        <p:txBody>
          <a:bodyPr/>
          <a:lstStyle/>
          <a:p>
            <a:r>
              <a:rPr lang="en-US" dirty="0"/>
              <a:t>Dealing with outliers</a:t>
            </a:r>
          </a:p>
        </p:txBody>
      </p:sp>
      <p:pic>
        <p:nvPicPr>
          <p:cNvPr id="5" name="Content Placeholder 4">
            <a:extLst>
              <a:ext uri="{FF2B5EF4-FFF2-40B4-BE49-F238E27FC236}">
                <a16:creationId xmlns:a16="http://schemas.microsoft.com/office/drawing/2014/main" id="{516ABA2A-9696-A6C1-E45B-12938F3E8F88}"/>
              </a:ext>
            </a:extLst>
          </p:cNvPr>
          <p:cNvPicPr>
            <a:picLocks noGrp="1" noChangeAspect="1"/>
          </p:cNvPicPr>
          <p:nvPr>
            <p:ph idx="1"/>
          </p:nvPr>
        </p:nvPicPr>
        <p:blipFill>
          <a:blip r:embed="rId2"/>
          <a:stretch>
            <a:fillRect/>
          </a:stretch>
        </p:blipFill>
        <p:spPr>
          <a:xfrm>
            <a:off x="329045" y="1807183"/>
            <a:ext cx="5469082" cy="4737646"/>
          </a:xfrm>
        </p:spPr>
      </p:pic>
      <p:pic>
        <p:nvPicPr>
          <p:cNvPr id="7" name="Picture 6">
            <a:extLst>
              <a:ext uri="{FF2B5EF4-FFF2-40B4-BE49-F238E27FC236}">
                <a16:creationId xmlns:a16="http://schemas.microsoft.com/office/drawing/2014/main" id="{14FD15A2-5A91-2548-ACAE-F6B02F626F7D}"/>
              </a:ext>
            </a:extLst>
          </p:cNvPr>
          <p:cNvPicPr>
            <a:picLocks noChangeAspect="1"/>
          </p:cNvPicPr>
          <p:nvPr/>
        </p:nvPicPr>
        <p:blipFill>
          <a:blip r:embed="rId3"/>
          <a:stretch>
            <a:fillRect/>
          </a:stretch>
        </p:blipFill>
        <p:spPr>
          <a:xfrm>
            <a:off x="5981699" y="1792140"/>
            <a:ext cx="5881256" cy="4752689"/>
          </a:xfrm>
          <a:prstGeom prst="rect">
            <a:avLst/>
          </a:prstGeom>
        </p:spPr>
      </p:pic>
      <p:sp>
        <p:nvSpPr>
          <p:cNvPr id="8" name="TextBox 7">
            <a:extLst>
              <a:ext uri="{FF2B5EF4-FFF2-40B4-BE49-F238E27FC236}">
                <a16:creationId xmlns:a16="http://schemas.microsoft.com/office/drawing/2014/main" id="{D867EC63-68D3-9DC2-ED28-205FB1AB53EA}"/>
              </a:ext>
            </a:extLst>
          </p:cNvPr>
          <p:cNvSpPr txBox="1"/>
          <p:nvPr/>
        </p:nvSpPr>
        <p:spPr>
          <a:xfrm>
            <a:off x="2098963" y="1345519"/>
            <a:ext cx="1257300" cy="461665"/>
          </a:xfrm>
          <a:prstGeom prst="rect">
            <a:avLst/>
          </a:prstGeom>
          <a:noFill/>
        </p:spPr>
        <p:txBody>
          <a:bodyPr wrap="square" rtlCol="0">
            <a:spAutoFit/>
          </a:bodyPr>
          <a:lstStyle/>
          <a:p>
            <a:r>
              <a:rPr lang="en-US" sz="2400" dirty="0"/>
              <a:t>Before</a:t>
            </a:r>
          </a:p>
        </p:txBody>
      </p:sp>
      <p:sp>
        <p:nvSpPr>
          <p:cNvPr id="9" name="TextBox 8">
            <a:extLst>
              <a:ext uri="{FF2B5EF4-FFF2-40B4-BE49-F238E27FC236}">
                <a16:creationId xmlns:a16="http://schemas.microsoft.com/office/drawing/2014/main" id="{D1BDB61A-361B-3905-D6D0-F799F37F6EC6}"/>
              </a:ext>
            </a:extLst>
          </p:cNvPr>
          <p:cNvSpPr txBox="1"/>
          <p:nvPr/>
        </p:nvSpPr>
        <p:spPr>
          <a:xfrm>
            <a:off x="8309263" y="1345518"/>
            <a:ext cx="1257300" cy="461665"/>
          </a:xfrm>
          <a:prstGeom prst="rect">
            <a:avLst/>
          </a:prstGeom>
          <a:noFill/>
        </p:spPr>
        <p:txBody>
          <a:bodyPr wrap="square" rtlCol="0">
            <a:spAutoFit/>
          </a:bodyPr>
          <a:lstStyle/>
          <a:p>
            <a:r>
              <a:rPr lang="en-US" sz="2400" dirty="0"/>
              <a:t>Before</a:t>
            </a:r>
          </a:p>
        </p:txBody>
      </p:sp>
    </p:spTree>
    <p:extLst>
      <p:ext uri="{BB962C8B-B14F-4D97-AF65-F5344CB8AC3E}">
        <p14:creationId xmlns:p14="http://schemas.microsoft.com/office/powerpoint/2010/main" val="760041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515A118-C2DE-81B2-E0D1-07F73987E30E}"/>
              </a:ext>
            </a:extLst>
          </p:cNvPr>
          <p:cNvPicPr>
            <a:picLocks noGrp="1" noChangeAspect="1"/>
          </p:cNvPicPr>
          <p:nvPr>
            <p:ph idx="1"/>
          </p:nvPr>
        </p:nvPicPr>
        <p:blipFill>
          <a:blip r:embed="rId2"/>
          <a:stretch>
            <a:fillRect/>
          </a:stretch>
        </p:blipFill>
        <p:spPr>
          <a:xfrm>
            <a:off x="5808085" y="1880756"/>
            <a:ext cx="6058333" cy="4664074"/>
          </a:xfrm>
        </p:spPr>
      </p:pic>
      <p:pic>
        <p:nvPicPr>
          <p:cNvPr id="5" name="Picture 4">
            <a:extLst>
              <a:ext uri="{FF2B5EF4-FFF2-40B4-BE49-F238E27FC236}">
                <a16:creationId xmlns:a16="http://schemas.microsoft.com/office/drawing/2014/main" id="{BD6033B8-24FB-13B1-D264-BCE3ECF38418}"/>
              </a:ext>
            </a:extLst>
          </p:cNvPr>
          <p:cNvPicPr>
            <a:picLocks noChangeAspect="1"/>
          </p:cNvPicPr>
          <p:nvPr/>
        </p:nvPicPr>
        <p:blipFill>
          <a:blip r:embed="rId3"/>
          <a:stretch>
            <a:fillRect/>
          </a:stretch>
        </p:blipFill>
        <p:spPr>
          <a:xfrm>
            <a:off x="165821" y="1880755"/>
            <a:ext cx="5438775" cy="4664074"/>
          </a:xfrm>
          <a:prstGeom prst="rect">
            <a:avLst/>
          </a:prstGeom>
        </p:spPr>
      </p:pic>
      <p:sp>
        <p:nvSpPr>
          <p:cNvPr id="8" name="Title 1">
            <a:extLst>
              <a:ext uri="{FF2B5EF4-FFF2-40B4-BE49-F238E27FC236}">
                <a16:creationId xmlns:a16="http://schemas.microsoft.com/office/drawing/2014/main" id="{DF2FDC11-886C-16FB-A014-723FBF50361F}"/>
              </a:ext>
            </a:extLst>
          </p:cNvPr>
          <p:cNvSpPr txBox="1">
            <a:spLocks/>
          </p:cNvSpPr>
          <p:nvPr/>
        </p:nvSpPr>
        <p:spPr>
          <a:xfrm>
            <a:off x="245919" y="313171"/>
            <a:ext cx="10515600" cy="8090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Dealing with outliers</a:t>
            </a:r>
            <a:endParaRPr lang="en-US" dirty="0"/>
          </a:p>
        </p:txBody>
      </p:sp>
      <p:sp>
        <p:nvSpPr>
          <p:cNvPr id="9" name="TextBox 8">
            <a:extLst>
              <a:ext uri="{FF2B5EF4-FFF2-40B4-BE49-F238E27FC236}">
                <a16:creationId xmlns:a16="http://schemas.microsoft.com/office/drawing/2014/main" id="{5E54DA79-A611-5FD4-D7B5-D85CBCF92A4B}"/>
              </a:ext>
            </a:extLst>
          </p:cNvPr>
          <p:cNvSpPr txBox="1"/>
          <p:nvPr/>
        </p:nvSpPr>
        <p:spPr>
          <a:xfrm>
            <a:off x="2098963" y="1345519"/>
            <a:ext cx="1257300" cy="461665"/>
          </a:xfrm>
          <a:prstGeom prst="rect">
            <a:avLst/>
          </a:prstGeom>
          <a:noFill/>
        </p:spPr>
        <p:txBody>
          <a:bodyPr wrap="square" rtlCol="0">
            <a:spAutoFit/>
          </a:bodyPr>
          <a:lstStyle/>
          <a:p>
            <a:r>
              <a:rPr lang="en-US" sz="2400" dirty="0"/>
              <a:t>Before</a:t>
            </a:r>
          </a:p>
        </p:txBody>
      </p:sp>
      <p:sp>
        <p:nvSpPr>
          <p:cNvPr id="10" name="TextBox 9">
            <a:extLst>
              <a:ext uri="{FF2B5EF4-FFF2-40B4-BE49-F238E27FC236}">
                <a16:creationId xmlns:a16="http://schemas.microsoft.com/office/drawing/2014/main" id="{E11A3422-F3B9-FBE9-7B26-4754E4C2BA50}"/>
              </a:ext>
            </a:extLst>
          </p:cNvPr>
          <p:cNvSpPr txBox="1"/>
          <p:nvPr/>
        </p:nvSpPr>
        <p:spPr>
          <a:xfrm>
            <a:off x="8309263" y="1345518"/>
            <a:ext cx="1257300" cy="461665"/>
          </a:xfrm>
          <a:prstGeom prst="rect">
            <a:avLst/>
          </a:prstGeom>
          <a:noFill/>
        </p:spPr>
        <p:txBody>
          <a:bodyPr wrap="square" rtlCol="0">
            <a:spAutoFit/>
          </a:bodyPr>
          <a:lstStyle/>
          <a:p>
            <a:r>
              <a:rPr lang="en-US" sz="2400" dirty="0"/>
              <a:t>Before</a:t>
            </a:r>
          </a:p>
        </p:txBody>
      </p:sp>
    </p:spTree>
    <p:extLst>
      <p:ext uri="{BB962C8B-B14F-4D97-AF65-F5344CB8AC3E}">
        <p14:creationId xmlns:p14="http://schemas.microsoft.com/office/powerpoint/2010/main" val="377427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20618B5A2E8644805649BA27689955" ma:contentTypeVersion="5" ma:contentTypeDescription="Create a new document." ma:contentTypeScope="" ma:versionID="c0306d6e4b6731d442d5861b8e879571">
  <xsd:schema xmlns:xsd="http://www.w3.org/2001/XMLSchema" xmlns:xs="http://www.w3.org/2001/XMLSchema" xmlns:p="http://schemas.microsoft.com/office/2006/metadata/properties" xmlns:ns3="ec1fa480-caa0-4813-ad98-c11e8e01f7d6" targetNamespace="http://schemas.microsoft.com/office/2006/metadata/properties" ma:root="true" ma:fieldsID="e6261c365ba495ad7880cdacf7a8a73e" ns3:_="">
    <xsd:import namespace="ec1fa480-caa0-4813-ad98-c11e8e01f7d6"/>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1fa480-caa0-4813-ad98-c11e8e01f7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E42E56A-8F12-4BAB-BB7B-4AB6926F73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1fa480-caa0-4813-ad98-c11e8e01f7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1EA841-7D0A-40E4-A4C0-A2D83A63F6E7}">
  <ds:schemaRefs>
    <ds:schemaRef ds:uri="http://schemas.microsoft.com/sharepoint/v3/contenttype/forms"/>
  </ds:schemaRefs>
</ds:datastoreItem>
</file>

<file path=customXml/itemProps3.xml><?xml version="1.0" encoding="utf-8"?>
<ds:datastoreItem xmlns:ds="http://schemas.openxmlformats.org/officeDocument/2006/customXml" ds:itemID="{B9377910-A06D-461A-A355-1F89ECEF8B9B}">
  <ds:schemaRef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www.w3.org/XML/1998/namespace"/>
    <ds:schemaRef ds:uri="ec1fa480-caa0-4813-ad98-c11e8e01f7d6"/>
    <ds:schemaRef ds:uri="http://purl.org/dc/term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232</TotalTime>
  <Words>883</Words>
  <Application>Microsoft Office PowerPoint</Application>
  <PresentationFormat>Widescreen</PresentationFormat>
  <Paragraphs>162</Paragraphs>
  <Slides>17</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HR Analytics Job Change of Data Scientists </vt:lpstr>
      <vt:lpstr>About the dataset</vt:lpstr>
      <vt:lpstr>About the dataset</vt:lpstr>
      <vt:lpstr>Columns</vt:lpstr>
      <vt:lpstr>Data Info</vt:lpstr>
      <vt:lpstr>Descriptive statsitcs</vt:lpstr>
      <vt:lpstr>Missing values</vt:lpstr>
      <vt:lpstr>Preprocessing </vt:lpstr>
      <vt:lpstr>How Gender influence candidate to look for job change?</vt:lpstr>
      <vt:lpstr>How Relevant experience influence candidate to look for job change?</vt:lpstr>
      <vt:lpstr>How Experience influence candidate to look for job change?</vt:lpstr>
      <vt:lpstr>How City development index influence candidate to look for job change? </vt:lpstr>
      <vt:lpstr>Heatmap</vt:lpstr>
      <vt:lpstr>City development index vs looking for job change</vt:lpstr>
      <vt:lpstr>Training hours vs looking for job change</vt:lpstr>
      <vt:lpstr>Dealing with outliers</vt:lpstr>
      <vt:lpstr>PowerPoint Presentation</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aio4</dc:creator>
  <cp:lastModifiedBy>aio4</cp:lastModifiedBy>
  <cp:revision>22</cp:revision>
  <dcterms:created xsi:type="dcterms:W3CDTF">2025-05-24T13:14:08Z</dcterms:created>
  <dcterms:modified xsi:type="dcterms:W3CDTF">2025-05-26T19:46:12Z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2025-05-24T13:14:13Z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e18ee768-657e-4ece-91b4-4d33907db918</vt:lpwstr>
  </property>
  <property fmtid="{D5CDD505-2E9C-101B-9397-08002B2CF9AE}" pid="7" name="MSIP_Label_defa4170-0d19-0005-0004-bc88714345d2_ActionId">
    <vt:lpwstr>1c88ba37-8b0b-4985-8226-4663ba4f08d4</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y fmtid="{D5CDD505-2E9C-101B-9397-08002B2CF9AE}" pid="10" name="ContentTypeId">
    <vt:lpwstr>0x0101005120618B5A2E8644805649BA27689955</vt:lpwstr>
  </property>
</Properties>
</file>